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9" r:id="rId2"/>
    <p:sldId id="270" r:id="rId3"/>
    <p:sldId id="257" r:id="rId4"/>
    <p:sldId id="258" r:id="rId5"/>
    <p:sldId id="259" r:id="rId6"/>
    <p:sldId id="260" r:id="rId7"/>
    <p:sldId id="267" r:id="rId8"/>
    <p:sldId id="262" r:id="rId9"/>
    <p:sldId id="263" r:id="rId10"/>
    <p:sldId id="264" r:id="rId11"/>
    <p:sldId id="265" r:id="rId12"/>
    <p:sldId id="268"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1655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1178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6887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9285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87642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494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6357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775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240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6846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37943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0907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84650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25626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9385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287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3/12/2026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264259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4D604-DBF8-A3BB-83EB-6CD0CD4B85C9}"/>
              </a:ext>
            </a:extLst>
          </p:cNvPr>
          <p:cNvSpPr>
            <a:spLocks noGrp="1"/>
          </p:cNvSpPr>
          <p:nvPr>
            <p:ph type="title"/>
          </p:nvPr>
        </p:nvSpPr>
        <p:spPr>
          <a:xfrm>
            <a:off x="215757" y="1433245"/>
            <a:ext cx="8404261" cy="1320800"/>
          </a:xfrm>
        </p:spPr>
        <p:txBody>
          <a:bodyPr>
            <a:normAutofit/>
          </a:bodyPr>
          <a:lstStyle/>
          <a:p>
            <a:r>
              <a:rPr lang="en-IN" dirty="0">
                <a:solidFill>
                  <a:schemeClr val="tx1"/>
                </a:solidFill>
              </a:rPr>
              <a:t>Ayurvedic Diet Recommendation System</a:t>
            </a:r>
          </a:p>
        </p:txBody>
      </p:sp>
      <p:sp>
        <p:nvSpPr>
          <p:cNvPr id="3" name="TextBox 2">
            <a:extLst>
              <a:ext uri="{FF2B5EF4-FFF2-40B4-BE49-F238E27FC236}">
                <a16:creationId xmlns:a16="http://schemas.microsoft.com/office/drawing/2014/main" id="{7492A2C7-FA53-091E-A598-5CB118AE3762}"/>
              </a:ext>
            </a:extLst>
          </p:cNvPr>
          <p:cNvSpPr txBox="1"/>
          <p:nvPr/>
        </p:nvSpPr>
        <p:spPr>
          <a:xfrm>
            <a:off x="4572000" y="3996647"/>
            <a:ext cx="4048018" cy="1323439"/>
          </a:xfrm>
          <a:prstGeom prst="rect">
            <a:avLst/>
          </a:prstGeom>
          <a:noFill/>
        </p:spPr>
        <p:txBody>
          <a:bodyPr wrap="square" rtlCol="0">
            <a:spAutoFit/>
          </a:bodyPr>
          <a:lstStyle/>
          <a:p>
            <a:r>
              <a:rPr lang="en-IN" sz="2000" dirty="0" err="1"/>
              <a:t>M.Aditi</a:t>
            </a:r>
            <a:r>
              <a:rPr lang="en-IN" sz="2000" dirty="0"/>
              <a:t> Madhumitha-24N31A05Q5</a:t>
            </a:r>
          </a:p>
          <a:p>
            <a:r>
              <a:rPr lang="en-IN" sz="2000" dirty="0"/>
              <a:t>M.Vennela-24N31A05Q6</a:t>
            </a:r>
          </a:p>
          <a:p>
            <a:r>
              <a:rPr lang="en-IN" sz="2000" dirty="0"/>
              <a:t>K. Ragya Naik-24N31A05L0</a:t>
            </a:r>
          </a:p>
          <a:p>
            <a:endParaRPr lang="en-IN" sz="2000" dirty="0"/>
          </a:p>
        </p:txBody>
      </p:sp>
    </p:spTree>
    <p:extLst>
      <p:ext uri="{BB962C8B-B14F-4D97-AF65-F5344CB8AC3E}">
        <p14:creationId xmlns:p14="http://schemas.microsoft.com/office/powerpoint/2010/main" val="841149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64E30-A9FE-4897-5272-3930A9E63E76}"/>
              </a:ext>
            </a:extLst>
          </p:cNvPr>
          <p:cNvSpPr>
            <a:spLocks noGrp="1"/>
          </p:cNvSpPr>
          <p:nvPr>
            <p:ph type="title"/>
          </p:nvPr>
        </p:nvSpPr>
        <p:spPr/>
        <p:txBody>
          <a:bodyPr>
            <a:normAutofit/>
          </a:bodyPr>
          <a:lstStyle/>
          <a:p>
            <a:pPr algn="ctr"/>
            <a:r>
              <a:rPr lang="en-IN" sz="4800" dirty="0">
                <a:latin typeface="Algerian" panose="04020705040A02060702" pitchFamily="82" charset="0"/>
              </a:rPr>
              <a:t>ABSTRACT</a:t>
            </a:r>
          </a:p>
        </p:txBody>
      </p:sp>
      <p:sp>
        <p:nvSpPr>
          <p:cNvPr id="3" name="TextBox 2">
            <a:extLst>
              <a:ext uri="{FF2B5EF4-FFF2-40B4-BE49-F238E27FC236}">
                <a16:creationId xmlns:a16="http://schemas.microsoft.com/office/drawing/2014/main" id="{88453060-94CA-E189-1294-648039F76366}"/>
              </a:ext>
            </a:extLst>
          </p:cNvPr>
          <p:cNvSpPr txBox="1"/>
          <p:nvPr/>
        </p:nvSpPr>
        <p:spPr>
          <a:xfrm>
            <a:off x="719192" y="1643866"/>
            <a:ext cx="7253554" cy="3970318"/>
          </a:xfrm>
          <a:prstGeom prst="rect">
            <a:avLst/>
          </a:prstGeom>
          <a:noFill/>
        </p:spPr>
        <p:txBody>
          <a:bodyPr wrap="square" rtlCol="0">
            <a:spAutoFit/>
          </a:bodyPr>
          <a:lstStyle/>
          <a:p>
            <a:r>
              <a:rPr lang="en-US" dirty="0"/>
              <a:t>The Ayurvedic Diet Recommendation System is a web-based application developed to provide personalized diet suggestions based on a user’s health information. The system collects basic details such as name, age, height, weight, and selected health issues, and then calculates the user’s Body</a:t>
            </a:r>
            <a:r>
              <a:rPr lang="en-US" b="1" dirty="0"/>
              <a:t> </a:t>
            </a:r>
            <a:r>
              <a:rPr lang="en-US" dirty="0"/>
              <a:t>Mass Index (BMI) to determine their health category. Based on this information, the application recommends suitable Ayurvedic food items and suggests foods that should be avoided for better health management. The system is developed using Python with the Flask framework, along with HTML and CSS for the user interface, and SQLite database to store patient details and health records. The main goal of this application is to promote healthier dietary habits using Ayurvedic principles while providing a simple, efficient, and user-friendly platform for users.</a:t>
            </a:r>
            <a:endParaRPr lang="en-IN" dirty="0"/>
          </a:p>
        </p:txBody>
      </p:sp>
    </p:spTree>
    <p:extLst>
      <p:ext uri="{BB962C8B-B14F-4D97-AF65-F5344CB8AC3E}">
        <p14:creationId xmlns:p14="http://schemas.microsoft.com/office/powerpoint/2010/main" val="213337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Introduction</a:t>
            </a:r>
          </a:p>
        </p:txBody>
      </p:sp>
      <p:sp>
        <p:nvSpPr>
          <p:cNvPr id="3" name="Content Placeholder 2"/>
          <p:cNvSpPr>
            <a:spLocks noGrp="1"/>
          </p:cNvSpPr>
          <p:nvPr>
            <p:ph idx="1"/>
          </p:nvPr>
        </p:nvSpPr>
        <p:spPr/>
        <p:txBody>
          <a:bodyPr>
            <a:noAutofit/>
          </a:bodyPr>
          <a:lstStyle/>
          <a:p>
            <a:r>
              <a:rPr sz="2800" dirty="0"/>
              <a:t>The application recommends Ayurvedic diet plans based on user health conditions.</a:t>
            </a:r>
          </a:p>
          <a:p>
            <a:r>
              <a:rPr sz="2800" dirty="0"/>
              <a:t>Users enter name, age, height, weight and health issues.</a:t>
            </a:r>
          </a:p>
          <a:p>
            <a:r>
              <a:rPr sz="2800" dirty="0"/>
              <a:t>The system calculates BMI and suggests foods to eat and avoid.</a:t>
            </a:r>
          </a:p>
          <a:p>
            <a:r>
              <a:rPr sz="2800" dirty="0"/>
              <a:t>Patient details are stored in a database.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Existing System</a:t>
            </a:r>
          </a:p>
        </p:txBody>
      </p:sp>
      <p:sp>
        <p:nvSpPr>
          <p:cNvPr id="3" name="Content Placeholder 2"/>
          <p:cNvSpPr>
            <a:spLocks noGrp="1"/>
          </p:cNvSpPr>
          <p:nvPr>
            <p:ph idx="1"/>
          </p:nvPr>
        </p:nvSpPr>
        <p:spPr/>
        <p:txBody>
          <a:bodyPr>
            <a:noAutofit/>
          </a:bodyPr>
          <a:lstStyle/>
          <a:p>
            <a:r>
              <a:rPr sz="2800" dirty="0"/>
              <a:t>Patient records are maintained using paper files.</a:t>
            </a:r>
          </a:p>
          <a:p>
            <a:r>
              <a:rPr sz="2800" dirty="0"/>
              <a:t>Diet suggestions are given manually by dieticians.</a:t>
            </a:r>
          </a:p>
          <a:p>
            <a:r>
              <a:rPr sz="2800" dirty="0"/>
              <a:t>Managing large patient records is difficult.</a:t>
            </a:r>
          </a:p>
          <a:p>
            <a:r>
              <a:rPr sz="2800" dirty="0"/>
              <a:t>Paper records can be lost or damaged.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Proposed System</a:t>
            </a:r>
          </a:p>
        </p:txBody>
      </p:sp>
      <p:sp>
        <p:nvSpPr>
          <p:cNvPr id="3" name="Content Placeholder 2"/>
          <p:cNvSpPr>
            <a:spLocks noGrp="1"/>
          </p:cNvSpPr>
          <p:nvPr>
            <p:ph idx="1"/>
          </p:nvPr>
        </p:nvSpPr>
        <p:spPr/>
        <p:txBody>
          <a:bodyPr>
            <a:normAutofit/>
          </a:bodyPr>
          <a:lstStyle/>
          <a:p>
            <a:r>
              <a:rPr sz="2800" dirty="0"/>
              <a:t>A web application that automates Ayurvedic diet recommendations.</a:t>
            </a:r>
          </a:p>
          <a:p>
            <a:r>
              <a:rPr sz="2800" dirty="0"/>
              <a:t>Users enter health information through a digital form.</a:t>
            </a:r>
          </a:p>
          <a:p>
            <a:r>
              <a:rPr sz="2800" dirty="0"/>
              <a:t>The system calculates BMI and suggests diet automatically.</a:t>
            </a:r>
          </a:p>
          <a:p>
            <a:r>
              <a:rPr sz="2800" dirty="0"/>
              <a:t>Patient data is stored in a database.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dirty="0"/>
              <a:t>Software Tools Used</a:t>
            </a:r>
          </a:p>
        </p:txBody>
      </p:sp>
      <p:sp>
        <p:nvSpPr>
          <p:cNvPr id="3" name="Content Placeholder 2"/>
          <p:cNvSpPr>
            <a:spLocks noGrp="1"/>
          </p:cNvSpPr>
          <p:nvPr>
            <p:ph idx="1"/>
          </p:nvPr>
        </p:nvSpPr>
        <p:spPr/>
        <p:txBody>
          <a:bodyPr>
            <a:normAutofit/>
          </a:bodyPr>
          <a:lstStyle/>
          <a:p>
            <a:r>
              <a:rPr sz="2800" dirty="0"/>
              <a:t>Frontend: HTML, CSS, JavaScript</a:t>
            </a:r>
          </a:p>
          <a:p>
            <a:r>
              <a:rPr sz="2800" dirty="0"/>
              <a:t>Backend: Python (Flask)</a:t>
            </a:r>
          </a:p>
          <a:p>
            <a:r>
              <a:rPr sz="2800" dirty="0"/>
              <a:t>Database: SQLite</a:t>
            </a:r>
          </a:p>
          <a:p>
            <a:r>
              <a:rPr sz="2800" dirty="0"/>
              <a:t>IDE: Visual Studio Code</a:t>
            </a:r>
          </a:p>
          <a:p>
            <a:r>
              <a:rPr sz="2800" dirty="0"/>
              <a:t>Version Control: GitHub</a:t>
            </a:r>
          </a:p>
          <a:p>
            <a:r>
              <a:rPr sz="2800" dirty="0"/>
              <a:t>Browser: Chrome</a:t>
            </a:r>
            <a:r>
              <a:rPr lang="en-IN" sz="2800" dirty="0"/>
              <a:t>,edge</a:t>
            </a:r>
            <a:endParaRPr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E9739-5CA7-455D-0C44-513B8F25480B}"/>
              </a:ext>
            </a:extLst>
          </p:cNvPr>
          <p:cNvSpPr>
            <a:spLocks noGrp="1"/>
          </p:cNvSpPr>
          <p:nvPr>
            <p:ph type="title"/>
          </p:nvPr>
        </p:nvSpPr>
        <p:spPr>
          <a:xfrm>
            <a:off x="2203807" y="2573677"/>
            <a:ext cx="8229600" cy="1143000"/>
          </a:xfrm>
        </p:spPr>
        <p:txBody>
          <a:bodyPr/>
          <a:lstStyle/>
          <a:p>
            <a:r>
              <a:rPr lang="en-IN" dirty="0">
                <a:latin typeface="Algerian" panose="04020705040A02060702" pitchFamily="82" charset="0"/>
              </a:rPr>
              <a:t>UML Diagrams</a:t>
            </a:r>
          </a:p>
        </p:txBody>
      </p:sp>
    </p:spTree>
    <p:extLst>
      <p:ext uri="{BB962C8B-B14F-4D97-AF65-F5344CB8AC3E}">
        <p14:creationId xmlns:p14="http://schemas.microsoft.com/office/powerpoint/2010/main" val="2110520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Use Case Diagram</a:t>
            </a:r>
          </a:p>
        </p:txBody>
      </p:sp>
      <p:pic>
        <p:nvPicPr>
          <p:cNvPr id="9" name="Picture 8">
            <a:extLst>
              <a:ext uri="{FF2B5EF4-FFF2-40B4-BE49-F238E27FC236}">
                <a16:creationId xmlns:a16="http://schemas.microsoft.com/office/drawing/2014/main" id="{FCFBFE50-FD72-B595-0657-9FB31D286E6A}"/>
              </a:ext>
            </a:extLst>
          </p:cNvPr>
          <p:cNvPicPr>
            <a:picLocks noChangeAspect="1"/>
          </p:cNvPicPr>
          <p:nvPr/>
        </p:nvPicPr>
        <p:blipFill>
          <a:blip r:embed="rId2"/>
          <a:stretch>
            <a:fillRect/>
          </a:stretch>
        </p:blipFill>
        <p:spPr>
          <a:xfrm>
            <a:off x="503590" y="1477249"/>
            <a:ext cx="7725853" cy="51061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Class Diagram</a:t>
            </a:r>
          </a:p>
        </p:txBody>
      </p:sp>
      <p:pic>
        <p:nvPicPr>
          <p:cNvPr id="8" name="Picture 7">
            <a:extLst>
              <a:ext uri="{FF2B5EF4-FFF2-40B4-BE49-F238E27FC236}">
                <a16:creationId xmlns:a16="http://schemas.microsoft.com/office/drawing/2014/main" id="{D75FC18B-EF3C-6D1C-CAF4-FEDF9AACC0E6}"/>
              </a:ext>
            </a:extLst>
          </p:cNvPr>
          <p:cNvPicPr>
            <a:picLocks noChangeAspect="1"/>
          </p:cNvPicPr>
          <p:nvPr/>
        </p:nvPicPr>
        <p:blipFill>
          <a:blip r:embed="rId2"/>
          <a:stretch>
            <a:fillRect/>
          </a:stretch>
        </p:blipFill>
        <p:spPr>
          <a:xfrm>
            <a:off x="609599" y="1618604"/>
            <a:ext cx="6906589" cy="46297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Sequence Diagram</a:t>
            </a:r>
          </a:p>
        </p:txBody>
      </p:sp>
      <p:pic>
        <p:nvPicPr>
          <p:cNvPr id="10" name="Picture 9">
            <a:extLst>
              <a:ext uri="{FF2B5EF4-FFF2-40B4-BE49-F238E27FC236}">
                <a16:creationId xmlns:a16="http://schemas.microsoft.com/office/drawing/2014/main" id="{7F7721A4-AEE0-1CFA-BDC8-75DAEF92D267}"/>
              </a:ext>
            </a:extLst>
          </p:cNvPr>
          <p:cNvPicPr>
            <a:picLocks noChangeAspect="1"/>
          </p:cNvPicPr>
          <p:nvPr/>
        </p:nvPicPr>
        <p:blipFill>
          <a:blip r:embed="rId2"/>
          <a:stretch>
            <a:fillRect/>
          </a:stretch>
        </p:blipFill>
        <p:spPr>
          <a:xfrm>
            <a:off x="609599" y="1708231"/>
            <a:ext cx="7106642" cy="47155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Activity Diagram</a:t>
            </a:r>
          </a:p>
        </p:txBody>
      </p:sp>
      <p:pic>
        <p:nvPicPr>
          <p:cNvPr id="10" name="Picture 9">
            <a:extLst>
              <a:ext uri="{FF2B5EF4-FFF2-40B4-BE49-F238E27FC236}">
                <a16:creationId xmlns:a16="http://schemas.microsoft.com/office/drawing/2014/main" id="{B6309123-8ACE-D285-DE48-C8447BF7736F}"/>
              </a:ext>
            </a:extLst>
          </p:cNvPr>
          <p:cNvPicPr>
            <a:picLocks noChangeAspect="1"/>
          </p:cNvPicPr>
          <p:nvPr/>
        </p:nvPicPr>
        <p:blipFill>
          <a:blip r:embed="rId2"/>
          <a:stretch>
            <a:fillRect/>
          </a:stretch>
        </p:blipFill>
        <p:spPr>
          <a:xfrm>
            <a:off x="382556" y="1345719"/>
            <a:ext cx="6801799" cy="47536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7CDF6-293C-D7D3-8137-67E446C2B376}"/>
              </a:ext>
            </a:extLst>
          </p:cNvPr>
          <p:cNvSpPr>
            <a:spLocks noGrp="1"/>
          </p:cNvSpPr>
          <p:nvPr>
            <p:ph type="title"/>
          </p:nvPr>
        </p:nvSpPr>
        <p:spPr>
          <a:xfrm>
            <a:off x="2286000" y="2678791"/>
            <a:ext cx="8229600" cy="1143000"/>
          </a:xfrm>
        </p:spPr>
        <p:txBody>
          <a:bodyPr/>
          <a:lstStyle/>
          <a:p>
            <a:r>
              <a:rPr lang="en-IN" dirty="0">
                <a:latin typeface="Arial Black" panose="020B0A04020102020204" pitchFamily="34" charset="0"/>
              </a:rPr>
              <a:t>THANK YOU</a:t>
            </a:r>
          </a:p>
        </p:txBody>
      </p:sp>
    </p:spTree>
    <p:extLst>
      <p:ext uri="{BB962C8B-B14F-4D97-AF65-F5344CB8AC3E}">
        <p14:creationId xmlns:p14="http://schemas.microsoft.com/office/powerpoint/2010/main" val="33254139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67</TotalTime>
  <Words>321</Words>
  <Application>Microsoft Office PowerPoint</Application>
  <PresentationFormat>On-screen Show (4:3)</PresentationFormat>
  <Paragraphs>34</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Algerian</vt:lpstr>
      <vt:lpstr>Arial</vt:lpstr>
      <vt:lpstr>Arial Black</vt:lpstr>
      <vt:lpstr>Trebuchet MS</vt:lpstr>
      <vt:lpstr>Wingdings 3</vt:lpstr>
      <vt:lpstr>Facet</vt:lpstr>
      <vt:lpstr>Ayurvedic Diet Recommendation System</vt:lpstr>
      <vt:lpstr>ABSTRACT</vt:lpstr>
      <vt:lpstr>Introduction</vt:lpstr>
      <vt:lpstr>Existing System</vt:lpstr>
      <vt:lpstr>Proposed System</vt:lpstr>
      <vt:lpstr>Software Tools Used</vt:lpstr>
      <vt:lpstr>UML Diagrams</vt:lpstr>
      <vt:lpstr>Use Case Diagram</vt:lpstr>
      <vt:lpstr>Class Diagram</vt:lpstr>
      <vt:lpstr>Sequence Diagram</vt:lpstr>
      <vt:lpstr>Activity Diagram</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Vijayeshwar Manda</dc:creator>
  <cp:keywords/>
  <dc:description>generated using python-pptx</dc:description>
  <cp:lastModifiedBy>Vijayeshwar Manda</cp:lastModifiedBy>
  <cp:revision>2</cp:revision>
  <dcterms:created xsi:type="dcterms:W3CDTF">2013-01-27T09:14:16Z</dcterms:created>
  <dcterms:modified xsi:type="dcterms:W3CDTF">2026-03-12T05:58:02Z</dcterms:modified>
  <cp:category/>
</cp:coreProperties>
</file>
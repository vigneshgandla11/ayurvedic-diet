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9" r:id="rId2"/>
    <p:sldId id="270" r:id="rId3"/>
    <p:sldId id="257" r:id="rId4"/>
    <p:sldId id="258" r:id="rId5"/>
    <p:sldId id="259" r:id="rId6"/>
    <p:sldId id="260" r:id="rId7"/>
    <p:sldId id="271" r:id="rId8"/>
    <p:sldId id="267" r:id="rId9"/>
    <p:sldId id="262" r:id="rId10"/>
    <p:sldId id="263" r:id="rId11"/>
    <p:sldId id="264" r:id="rId12"/>
    <p:sldId id="265" r:id="rId13"/>
    <p:sldId id="272" r:id="rId14"/>
    <p:sldId id="273" r:id="rId15"/>
    <p:sldId id="274" r:id="rId16"/>
    <p:sldId id="275" r:id="rId17"/>
    <p:sldId id="276" r:id="rId18"/>
    <p:sldId id="277" r:id="rId19"/>
    <p:sldId id="278" r:id="rId20"/>
    <p:sldId id="279" r:id="rId21"/>
    <p:sldId id="268"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eshwar Manda" userId="9106fd58d2a3172c" providerId="LiveId" clId="{19A4937C-A668-4898-B084-64804259F371}"/>
    <pc:docChg chg="undo custSel addSld delSld modSld">
      <pc:chgData name="Vijayeshwar Manda" userId="9106fd58d2a3172c" providerId="LiveId" clId="{19A4937C-A668-4898-B084-64804259F371}" dt="2026-03-18T08:19:25.894" v="251" actId="1076"/>
      <pc:docMkLst>
        <pc:docMk/>
      </pc:docMkLst>
      <pc:sldChg chg="modSp mod">
        <pc:chgData name="Vijayeshwar Manda" userId="9106fd58d2a3172c" providerId="LiveId" clId="{19A4937C-A668-4898-B084-64804259F371}" dt="2026-03-18T07:54:53.341" v="2" actId="2711"/>
        <pc:sldMkLst>
          <pc:docMk/>
          <pc:sldMk cId="0" sldId="257"/>
        </pc:sldMkLst>
        <pc:spChg chg="mod">
          <ac:chgData name="Vijayeshwar Manda" userId="9106fd58d2a3172c" providerId="LiveId" clId="{19A4937C-A668-4898-B084-64804259F371}" dt="2026-03-18T07:54:53.341" v="2" actId="2711"/>
          <ac:spMkLst>
            <pc:docMk/>
            <pc:sldMk cId="0" sldId="257"/>
            <ac:spMk id="2" creationId="{00000000-0000-0000-0000-000000000000}"/>
          </ac:spMkLst>
        </pc:spChg>
      </pc:sldChg>
      <pc:sldChg chg="modSp mod">
        <pc:chgData name="Vijayeshwar Manda" userId="9106fd58d2a3172c" providerId="LiveId" clId="{19A4937C-A668-4898-B084-64804259F371}" dt="2026-03-18T07:58:40.978" v="25" actId="2711"/>
        <pc:sldMkLst>
          <pc:docMk/>
          <pc:sldMk cId="0" sldId="258"/>
        </pc:sldMkLst>
        <pc:spChg chg="mod">
          <ac:chgData name="Vijayeshwar Manda" userId="9106fd58d2a3172c" providerId="LiveId" clId="{19A4937C-A668-4898-B084-64804259F371}" dt="2026-03-18T07:58:40.978" v="25" actId="2711"/>
          <ac:spMkLst>
            <pc:docMk/>
            <pc:sldMk cId="0" sldId="258"/>
            <ac:spMk id="2" creationId="{00000000-0000-0000-0000-000000000000}"/>
          </ac:spMkLst>
        </pc:spChg>
      </pc:sldChg>
      <pc:sldChg chg="modSp mod">
        <pc:chgData name="Vijayeshwar Manda" userId="9106fd58d2a3172c" providerId="LiveId" clId="{19A4937C-A668-4898-B084-64804259F371}" dt="2026-03-18T07:58:35.518" v="24" actId="2711"/>
        <pc:sldMkLst>
          <pc:docMk/>
          <pc:sldMk cId="0" sldId="259"/>
        </pc:sldMkLst>
        <pc:spChg chg="mod">
          <ac:chgData name="Vijayeshwar Manda" userId="9106fd58d2a3172c" providerId="LiveId" clId="{19A4937C-A668-4898-B084-64804259F371}" dt="2026-03-18T07:58:35.518" v="24" actId="2711"/>
          <ac:spMkLst>
            <pc:docMk/>
            <pc:sldMk cId="0" sldId="259"/>
            <ac:spMk id="2" creationId="{00000000-0000-0000-0000-000000000000}"/>
          </ac:spMkLst>
        </pc:spChg>
      </pc:sldChg>
      <pc:sldChg chg="modSp mod">
        <pc:chgData name="Vijayeshwar Manda" userId="9106fd58d2a3172c" providerId="LiveId" clId="{19A4937C-A668-4898-B084-64804259F371}" dt="2026-03-18T07:58:28.106" v="23" actId="2711"/>
        <pc:sldMkLst>
          <pc:docMk/>
          <pc:sldMk cId="0" sldId="260"/>
        </pc:sldMkLst>
        <pc:spChg chg="mod">
          <ac:chgData name="Vijayeshwar Manda" userId="9106fd58d2a3172c" providerId="LiveId" clId="{19A4937C-A668-4898-B084-64804259F371}" dt="2026-03-18T07:58:28.106" v="23" actId="2711"/>
          <ac:spMkLst>
            <pc:docMk/>
            <pc:sldMk cId="0" sldId="260"/>
            <ac:spMk id="2" creationId="{00000000-0000-0000-0000-000000000000}"/>
          </ac:spMkLst>
        </pc:spChg>
      </pc:sldChg>
      <pc:sldChg chg="modSp mod">
        <pc:chgData name="Vijayeshwar Manda" userId="9106fd58d2a3172c" providerId="LiveId" clId="{19A4937C-A668-4898-B084-64804259F371}" dt="2026-03-12T06:12:56.979" v="0" actId="20577"/>
        <pc:sldMkLst>
          <pc:docMk/>
          <pc:sldMk cId="841149846" sldId="269"/>
        </pc:sldMkLst>
        <pc:spChg chg="mod">
          <ac:chgData name="Vijayeshwar Manda" userId="9106fd58d2a3172c" providerId="LiveId" clId="{19A4937C-A668-4898-B084-64804259F371}" dt="2026-03-12T06:12:56.979" v="0" actId="20577"/>
          <ac:spMkLst>
            <pc:docMk/>
            <pc:sldMk cId="841149846" sldId="269"/>
            <ac:spMk id="3" creationId="{7492A2C7-FA53-091E-A598-5CB118AE3762}"/>
          </ac:spMkLst>
        </pc:spChg>
      </pc:sldChg>
      <pc:sldChg chg="modSp mod">
        <pc:chgData name="Vijayeshwar Manda" userId="9106fd58d2a3172c" providerId="LiveId" clId="{19A4937C-A668-4898-B084-64804259F371}" dt="2026-03-18T06:30:41.475" v="1" actId="123"/>
        <pc:sldMkLst>
          <pc:docMk/>
          <pc:sldMk cId="213337673" sldId="270"/>
        </pc:sldMkLst>
        <pc:spChg chg="mod">
          <ac:chgData name="Vijayeshwar Manda" userId="9106fd58d2a3172c" providerId="LiveId" clId="{19A4937C-A668-4898-B084-64804259F371}" dt="2026-03-18T06:30:41.475" v="1" actId="123"/>
          <ac:spMkLst>
            <pc:docMk/>
            <pc:sldMk cId="213337673" sldId="270"/>
            <ac:spMk id="3" creationId="{88453060-94CA-E189-1294-648039F76366}"/>
          </ac:spMkLst>
        </pc:spChg>
      </pc:sldChg>
      <pc:sldChg chg="modSp new mod">
        <pc:chgData name="Vijayeshwar Manda" userId="9106fd58d2a3172c" providerId="LiveId" clId="{19A4937C-A668-4898-B084-64804259F371}" dt="2026-03-18T07:58:18.511" v="22"/>
        <pc:sldMkLst>
          <pc:docMk/>
          <pc:sldMk cId="953443500" sldId="271"/>
        </pc:sldMkLst>
        <pc:spChg chg="mod">
          <ac:chgData name="Vijayeshwar Manda" userId="9106fd58d2a3172c" providerId="LiveId" clId="{19A4937C-A668-4898-B084-64804259F371}" dt="2026-03-18T07:55:59.734" v="21" actId="122"/>
          <ac:spMkLst>
            <pc:docMk/>
            <pc:sldMk cId="953443500" sldId="271"/>
            <ac:spMk id="2" creationId="{2FD99345-2882-9687-92BF-404CC1EE7082}"/>
          </ac:spMkLst>
        </pc:spChg>
        <pc:spChg chg="mod">
          <ac:chgData name="Vijayeshwar Manda" userId="9106fd58d2a3172c" providerId="LiveId" clId="{19A4937C-A668-4898-B084-64804259F371}" dt="2026-03-18T07:58:18.511" v="22"/>
          <ac:spMkLst>
            <pc:docMk/>
            <pc:sldMk cId="953443500" sldId="271"/>
            <ac:spMk id="3" creationId="{9FDCD3FB-D1CF-5F12-8B6B-7A7E37BE67AF}"/>
          </ac:spMkLst>
        </pc:spChg>
      </pc:sldChg>
      <pc:sldChg chg="addSp delSp modSp new mod">
        <pc:chgData name="Vijayeshwar Manda" userId="9106fd58d2a3172c" providerId="LiveId" clId="{19A4937C-A668-4898-B084-64804259F371}" dt="2026-03-18T08:04:03.023" v="77" actId="1076"/>
        <pc:sldMkLst>
          <pc:docMk/>
          <pc:sldMk cId="314124947" sldId="272"/>
        </pc:sldMkLst>
        <pc:spChg chg="mod">
          <ac:chgData name="Vijayeshwar Manda" userId="9106fd58d2a3172c" providerId="LiveId" clId="{19A4937C-A668-4898-B084-64804259F371}" dt="2026-03-18T08:03:29.683" v="72" actId="122"/>
          <ac:spMkLst>
            <pc:docMk/>
            <pc:sldMk cId="314124947" sldId="272"/>
            <ac:spMk id="2" creationId="{677B5BFF-A2AB-953B-C8AC-A3BD398C55D5}"/>
          </ac:spMkLst>
        </pc:spChg>
        <pc:spChg chg="del">
          <ac:chgData name="Vijayeshwar Manda" userId="9106fd58d2a3172c" providerId="LiveId" clId="{19A4937C-A668-4898-B084-64804259F371}" dt="2026-03-18T08:03:31.970" v="73"/>
          <ac:spMkLst>
            <pc:docMk/>
            <pc:sldMk cId="314124947" sldId="272"/>
            <ac:spMk id="3" creationId="{2117B754-F0DC-27F4-92EB-5C7649F1B099}"/>
          </ac:spMkLst>
        </pc:spChg>
        <pc:spChg chg="add mod">
          <ac:chgData name="Vijayeshwar Manda" userId="9106fd58d2a3172c" providerId="LiveId" clId="{19A4937C-A668-4898-B084-64804259F371}" dt="2026-03-18T08:04:03.023" v="77" actId="1076"/>
          <ac:spMkLst>
            <pc:docMk/>
            <pc:sldMk cId="314124947" sldId="272"/>
            <ac:spMk id="4" creationId="{057B658A-FA3E-A975-3CCA-FDCBFFEED606}"/>
          </ac:spMkLst>
        </pc:spChg>
      </pc:sldChg>
      <pc:sldChg chg="addSp delSp modSp new del mod">
        <pc:chgData name="Vijayeshwar Manda" userId="9106fd58d2a3172c" providerId="LiveId" clId="{19A4937C-A668-4898-B084-64804259F371}" dt="2026-03-18T08:03:12.285" v="55" actId="2696"/>
        <pc:sldMkLst>
          <pc:docMk/>
          <pc:sldMk cId="3373974310" sldId="272"/>
        </pc:sldMkLst>
        <pc:spChg chg="mod">
          <ac:chgData name="Vijayeshwar Manda" userId="9106fd58d2a3172c" providerId="LiveId" clId="{19A4937C-A668-4898-B084-64804259F371}" dt="2026-03-18T08:01:23.831" v="42" actId="122"/>
          <ac:spMkLst>
            <pc:docMk/>
            <pc:sldMk cId="3373974310" sldId="272"/>
            <ac:spMk id="2" creationId="{49AAD440-BA3A-476F-61F1-6AC5C8858C4A}"/>
          </ac:spMkLst>
        </pc:spChg>
        <pc:spChg chg="add del mod">
          <ac:chgData name="Vijayeshwar Manda" userId="9106fd58d2a3172c" providerId="LiveId" clId="{19A4937C-A668-4898-B084-64804259F371}" dt="2026-03-18T08:02:37.684" v="47"/>
          <ac:spMkLst>
            <pc:docMk/>
            <pc:sldMk cId="3373974310" sldId="272"/>
            <ac:spMk id="3" creationId="{D0194756-724A-5DF7-7BCB-2961BAB6AC7B}"/>
          </ac:spMkLst>
        </pc:spChg>
        <pc:spChg chg="add">
          <ac:chgData name="Vijayeshwar Manda" userId="9106fd58d2a3172c" providerId="LiveId" clId="{19A4937C-A668-4898-B084-64804259F371}" dt="2026-03-18T08:02:32.962" v="45"/>
          <ac:spMkLst>
            <pc:docMk/>
            <pc:sldMk cId="3373974310" sldId="272"/>
            <ac:spMk id="4" creationId="{1BF209E9-E9EE-715C-1CF2-68F113870B65}"/>
          </ac:spMkLst>
        </pc:spChg>
        <pc:spChg chg="add mod">
          <ac:chgData name="Vijayeshwar Manda" userId="9106fd58d2a3172c" providerId="LiveId" clId="{19A4937C-A668-4898-B084-64804259F371}" dt="2026-03-18T08:02:54.238" v="52" actId="767"/>
          <ac:spMkLst>
            <pc:docMk/>
            <pc:sldMk cId="3373974310" sldId="272"/>
            <ac:spMk id="5" creationId="{9E749078-D840-22F7-44A3-F5DC6B0ED8B7}"/>
          </ac:spMkLst>
        </pc:spChg>
        <pc:spChg chg="add">
          <ac:chgData name="Vijayeshwar Manda" userId="9106fd58d2a3172c" providerId="LiveId" clId="{19A4937C-A668-4898-B084-64804259F371}" dt="2026-03-18T08:02:51.646" v="50"/>
          <ac:spMkLst>
            <pc:docMk/>
            <pc:sldMk cId="3373974310" sldId="272"/>
            <ac:spMk id="6" creationId="{284FBF33-9E4D-12C8-7FCD-5DB0465AE751}"/>
          </ac:spMkLst>
        </pc:spChg>
      </pc:sldChg>
      <pc:sldChg chg="new del">
        <pc:chgData name="Vijayeshwar Manda" userId="9106fd58d2a3172c" providerId="LiveId" clId="{19A4937C-A668-4898-B084-64804259F371}" dt="2026-03-18T08:03:08.618" v="54" actId="2696"/>
        <pc:sldMkLst>
          <pc:docMk/>
          <pc:sldMk cId="889252861" sldId="273"/>
        </pc:sldMkLst>
      </pc:sldChg>
      <pc:sldChg chg="addSp modSp new mod">
        <pc:chgData name="Vijayeshwar Manda" userId="9106fd58d2a3172c" providerId="LiveId" clId="{19A4937C-A668-4898-B084-64804259F371}" dt="2026-03-18T08:13:11.275" v="134" actId="1076"/>
        <pc:sldMkLst>
          <pc:docMk/>
          <pc:sldMk cId="1488235261" sldId="273"/>
        </pc:sldMkLst>
        <pc:spChg chg="mod">
          <ac:chgData name="Vijayeshwar Manda" userId="9106fd58d2a3172c" providerId="LiveId" clId="{19A4937C-A668-4898-B084-64804259F371}" dt="2026-03-18T08:04:41.301" v="91" actId="122"/>
          <ac:spMkLst>
            <pc:docMk/>
            <pc:sldMk cId="1488235261" sldId="273"/>
            <ac:spMk id="2" creationId="{CC9E156E-4B73-CCCA-7763-31174DF14182}"/>
          </ac:spMkLst>
        </pc:spChg>
        <pc:spChg chg="mod">
          <ac:chgData name="Vijayeshwar Manda" userId="9106fd58d2a3172c" providerId="LiveId" clId="{19A4937C-A668-4898-B084-64804259F371}" dt="2026-03-18T08:12:10.839" v="108" actId="27636"/>
          <ac:spMkLst>
            <pc:docMk/>
            <pc:sldMk cId="1488235261" sldId="273"/>
            <ac:spMk id="3" creationId="{52D06A58-335D-B60F-B484-A7CE581D3F06}"/>
          </ac:spMkLst>
        </pc:spChg>
        <pc:spChg chg="add mod">
          <ac:chgData name="Vijayeshwar Manda" userId="9106fd58d2a3172c" providerId="LiveId" clId="{19A4937C-A668-4898-B084-64804259F371}" dt="2026-03-18T08:13:11.275" v="134" actId="1076"/>
          <ac:spMkLst>
            <pc:docMk/>
            <pc:sldMk cId="1488235261" sldId="273"/>
            <ac:spMk id="4" creationId="{115FEE2C-7D57-DA19-DE30-3D3709623A08}"/>
          </ac:spMkLst>
        </pc:spChg>
      </pc:sldChg>
      <pc:sldChg chg="addSp delSp modSp new mod">
        <pc:chgData name="Vijayeshwar Manda" userId="9106fd58d2a3172c" providerId="LiveId" clId="{19A4937C-A668-4898-B084-64804259F371}" dt="2026-03-18T08:15:14.448" v="162" actId="1076"/>
        <pc:sldMkLst>
          <pc:docMk/>
          <pc:sldMk cId="2413144329" sldId="274"/>
        </pc:sldMkLst>
        <pc:spChg chg="del">
          <ac:chgData name="Vijayeshwar Manda" userId="9106fd58d2a3172c" providerId="LiveId" clId="{19A4937C-A668-4898-B084-64804259F371}" dt="2026-03-18T08:14:45.236" v="140" actId="21"/>
          <ac:spMkLst>
            <pc:docMk/>
            <pc:sldMk cId="2413144329" sldId="274"/>
            <ac:spMk id="2" creationId="{8EABEC99-4B8F-0ACE-9051-F6C4A71DC423}"/>
          </ac:spMkLst>
        </pc:spChg>
        <pc:spChg chg="mod">
          <ac:chgData name="Vijayeshwar Manda" userId="9106fd58d2a3172c" providerId="LiveId" clId="{19A4937C-A668-4898-B084-64804259F371}" dt="2026-03-18T08:14:49.769" v="141" actId="14100"/>
          <ac:spMkLst>
            <pc:docMk/>
            <pc:sldMk cId="2413144329" sldId="274"/>
            <ac:spMk id="3" creationId="{C5F1414B-9BAC-4E34-2E76-4127E6F0E3D5}"/>
          </ac:spMkLst>
        </pc:spChg>
        <pc:spChg chg="add mod">
          <ac:chgData name="Vijayeshwar Manda" userId="9106fd58d2a3172c" providerId="LiveId" clId="{19A4937C-A668-4898-B084-64804259F371}" dt="2026-03-18T08:15:14.448" v="162" actId="1076"/>
          <ac:spMkLst>
            <pc:docMk/>
            <pc:sldMk cId="2413144329" sldId="274"/>
            <ac:spMk id="4" creationId="{E5797BA4-003B-6752-E5A5-44702D4EE6D6}"/>
          </ac:spMkLst>
        </pc:spChg>
      </pc:sldChg>
      <pc:sldChg chg="modSp new mod">
        <pc:chgData name="Vijayeshwar Manda" userId="9106fd58d2a3172c" providerId="LiveId" clId="{19A4937C-A668-4898-B084-64804259F371}" dt="2026-03-18T08:15:52.706" v="180" actId="2711"/>
        <pc:sldMkLst>
          <pc:docMk/>
          <pc:sldMk cId="2547780697" sldId="275"/>
        </pc:sldMkLst>
        <pc:spChg chg="mod">
          <ac:chgData name="Vijayeshwar Manda" userId="9106fd58d2a3172c" providerId="LiveId" clId="{19A4937C-A668-4898-B084-64804259F371}" dt="2026-03-18T08:15:52.706" v="180" actId="2711"/>
          <ac:spMkLst>
            <pc:docMk/>
            <pc:sldMk cId="2547780697" sldId="275"/>
            <ac:spMk id="2" creationId="{C6725E2A-848A-7451-8D52-14055C137CD9}"/>
          </ac:spMkLst>
        </pc:spChg>
      </pc:sldChg>
      <pc:sldChg chg="addSp delSp modSp new mod">
        <pc:chgData name="Vijayeshwar Manda" userId="9106fd58d2a3172c" providerId="LiveId" clId="{19A4937C-A668-4898-B084-64804259F371}" dt="2026-03-18T08:16:43.988" v="193" actId="122"/>
        <pc:sldMkLst>
          <pc:docMk/>
          <pc:sldMk cId="3603688048" sldId="276"/>
        </pc:sldMkLst>
        <pc:spChg chg="mod">
          <ac:chgData name="Vijayeshwar Manda" userId="9106fd58d2a3172c" providerId="LiveId" clId="{19A4937C-A668-4898-B084-64804259F371}" dt="2026-03-18T08:16:43.988" v="193" actId="122"/>
          <ac:spMkLst>
            <pc:docMk/>
            <pc:sldMk cId="3603688048" sldId="276"/>
            <ac:spMk id="2" creationId="{9EE02464-6F0B-BCCE-C2F8-62DBDFA87739}"/>
          </ac:spMkLst>
        </pc:spChg>
        <pc:spChg chg="del">
          <ac:chgData name="Vijayeshwar Manda" userId="9106fd58d2a3172c" providerId="LiveId" clId="{19A4937C-A668-4898-B084-64804259F371}" dt="2026-03-18T08:16:35.197" v="182"/>
          <ac:spMkLst>
            <pc:docMk/>
            <pc:sldMk cId="3603688048" sldId="276"/>
            <ac:spMk id="3" creationId="{278AF9BC-C515-650A-1FBD-73496C06A4CC}"/>
          </ac:spMkLst>
        </pc:spChg>
        <pc:picChg chg="add mod">
          <ac:chgData name="Vijayeshwar Manda" userId="9106fd58d2a3172c" providerId="LiveId" clId="{19A4937C-A668-4898-B084-64804259F371}" dt="2026-03-18T08:16:35.197" v="182"/>
          <ac:picMkLst>
            <pc:docMk/>
            <pc:sldMk cId="3603688048" sldId="276"/>
            <ac:picMk id="4" creationId="{6651D670-F7EE-9161-9CAB-2FACF367D7DB}"/>
          </ac:picMkLst>
        </pc:picChg>
      </pc:sldChg>
      <pc:sldChg chg="addSp delSp modSp new mod">
        <pc:chgData name="Vijayeshwar Manda" userId="9106fd58d2a3172c" providerId="LiveId" clId="{19A4937C-A668-4898-B084-64804259F371}" dt="2026-03-18T08:17:17.914" v="197" actId="14100"/>
        <pc:sldMkLst>
          <pc:docMk/>
          <pc:sldMk cId="685647707" sldId="277"/>
        </pc:sldMkLst>
        <pc:spChg chg="del">
          <ac:chgData name="Vijayeshwar Manda" userId="9106fd58d2a3172c" providerId="LiveId" clId="{19A4937C-A668-4898-B084-64804259F371}" dt="2026-03-18T08:17:15.083" v="196" actId="21"/>
          <ac:spMkLst>
            <pc:docMk/>
            <pc:sldMk cId="685647707" sldId="277"/>
            <ac:spMk id="2" creationId="{BA9A2E44-6D14-A3B0-505B-ED85A5FDB635}"/>
          </ac:spMkLst>
        </pc:spChg>
        <pc:spChg chg="del">
          <ac:chgData name="Vijayeshwar Manda" userId="9106fd58d2a3172c" providerId="LiveId" clId="{19A4937C-A668-4898-B084-64804259F371}" dt="2026-03-18T08:17:10.786" v="195"/>
          <ac:spMkLst>
            <pc:docMk/>
            <pc:sldMk cId="685647707" sldId="277"/>
            <ac:spMk id="3" creationId="{67DB7802-C788-0365-EA77-639384F6B909}"/>
          </ac:spMkLst>
        </pc:spChg>
        <pc:picChg chg="add mod">
          <ac:chgData name="Vijayeshwar Manda" userId="9106fd58d2a3172c" providerId="LiveId" clId="{19A4937C-A668-4898-B084-64804259F371}" dt="2026-03-18T08:17:17.914" v="197" actId="14100"/>
          <ac:picMkLst>
            <pc:docMk/>
            <pc:sldMk cId="685647707" sldId="277"/>
            <ac:picMk id="4" creationId="{29604DFE-3F87-6FA5-3217-5D421A2E70C5}"/>
          </ac:picMkLst>
        </pc:picChg>
      </pc:sldChg>
      <pc:sldChg chg="addSp modSp new mod">
        <pc:chgData name="Vijayeshwar Manda" userId="9106fd58d2a3172c" providerId="LiveId" clId="{19A4937C-A668-4898-B084-64804259F371}" dt="2026-03-18T08:18:31.281" v="237" actId="255"/>
        <pc:sldMkLst>
          <pc:docMk/>
          <pc:sldMk cId="2610812972" sldId="278"/>
        </pc:sldMkLst>
        <pc:spChg chg="add mod">
          <ac:chgData name="Vijayeshwar Manda" userId="9106fd58d2a3172c" providerId="LiveId" clId="{19A4937C-A668-4898-B084-64804259F371}" dt="2026-03-18T08:18:31.281" v="237" actId="255"/>
          <ac:spMkLst>
            <pc:docMk/>
            <pc:sldMk cId="2610812972" sldId="278"/>
            <ac:spMk id="3" creationId="{626FF104-CF5F-A719-E2A5-78E664F950E7}"/>
          </ac:spMkLst>
        </pc:spChg>
        <pc:picChg chg="add mod">
          <ac:chgData name="Vijayeshwar Manda" userId="9106fd58d2a3172c" providerId="LiveId" clId="{19A4937C-A668-4898-B084-64804259F371}" dt="2026-03-18T08:17:38.135" v="201" actId="1076"/>
          <ac:picMkLst>
            <pc:docMk/>
            <pc:sldMk cId="2610812972" sldId="278"/>
            <ac:picMk id="2" creationId="{B482B433-1FB2-FFD3-55F7-E6C60D43661C}"/>
          </ac:picMkLst>
        </pc:picChg>
      </pc:sldChg>
      <pc:sldChg chg="addSp modSp new mod">
        <pc:chgData name="Vijayeshwar Manda" userId="9106fd58d2a3172c" providerId="LiveId" clId="{19A4937C-A668-4898-B084-64804259F371}" dt="2026-03-18T08:19:25.894" v="251" actId="1076"/>
        <pc:sldMkLst>
          <pc:docMk/>
          <pc:sldMk cId="2425027520" sldId="279"/>
        </pc:sldMkLst>
        <pc:spChg chg="mod">
          <ac:chgData name="Vijayeshwar Manda" userId="9106fd58d2a3172c" providerId="LiveId" clId="{19A4937C-A668-4898-B084-64804259F371}" dt="2026-03-18T08:19:14.244" v="249" actId="122"/>
          <ac:spMkLst>
            <pc:docMk/>
            <pc:sldMk cId="2425027520" sldId="279"/>
            <ac:spMk id="2" creationId="{E123876A-55DA-B84A-3A13-AAAF7EE41370}"/>
          </ac:spMkLst>
        </pc:spChg>
        <pc:picChg chg="add mod">
          <ac:chgData name="Vijayeshwar Manda" userId="9106fd58d2a3172c" providerId="LiveId" clId="{19A4937C-A668-4898-B084-64804259F371}" dt="2026-03-18T08:19:25.894" v="251" actId="1076"/>
          <ac:picMkLst>
            <pc:docMk/>
            <pc:sldMk cId="2425027520" sldId="279"/>
            <ac:picMk id="3" creationId="{BDB4F744-F306-C97B-22D9-4F9F9EA7671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1655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1178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6887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9285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7642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494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6357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775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240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6846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7943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0907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84650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5626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9385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287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3/18/2026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64259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4D604-DBF8-A3BB-83EB-6CD0CD4B85C9}"/>
              </a:ext>
            </a:extLst>
          </p:cNvPr>
          <p:cNvSpPr>
            <a:spLocks noGrp="1"/>
          </p:cNvSpPr>
          <p:nvPr>
            <p:ph type="title"/>
          </p:nvPr>
        </p:nvSpPr>
        <p:spPr>
          <a:xfrm>
            <a:off x="215757" y="1433245"/>
            <a:ext cx="8404261" cy="1320800"/>
          </a:xfrm>
        </p:spPr>
        <p:txBody>
          <a:bodyPr>
            <a:normAutofit/>
          </a:bodyPr>
          <a:lstStyle/>
          <a:p>
            <a:r>
              <a:rPr lang="en-IN" dirty="0">
                <a:solidFill>
                  <a:schemeClr val="tx1"/>
                </a:solidFill>
              </a:rPr>
              <a:t>Ayurvedic Diet Recommendation System</a:t>
            </a:r>
          </a:p>
        </p:txBody>
      </p:sp>
      <p:sp>
        <p:nvSpPr>
          <p:cNvPr id="3" name="TextBox 2">
            <a:extLst>
              <a:ext uri="{FF2B5EF4-FFF2-40B4-BE49-F238E27FC236}">
                <a16:creationId xmlns:a16="http://schemas.microsoft.com/office/drawing/2014/main" id="{7492A2C7-FA53-091E-A598-5CB118AE3762}"/>
              </a:ext>
            </a:extLst>
          </p:cNvPr>
          <p:cNvSpPr txBox="1"/>
          <p:nvPr/>
        </p:nvSpPr>
        <p:spPr>
          <a:xfrm>
            <a:off x="4572000" y="3996647"/>
            <a:ext cx="4048018" cy="1323439"/>
          </a:xfrm>
          <a:prstGeom prst="rect">
            <a:avLst/>
          </a:prstGeom>
          <a:noFill/>
        </p:spPr>
        <p:txBody>
          <a:bodyPr wrap="square" rtlCol="0">
            <a:spAutoFit/>
          </a:bodyPr>
          <a:lstStyle/>
          <a:p>
            <a:r>
              <a:rPr lang="en-IN" sz="2000" dirty="0"/>
              <a:t>M. Aditi Madhumitha-24N31A05Q5</a:t>
            </a:r>
          </a:p>
          <a:p>
            <a:r>
              <a:rPr lang="en-IN" sz="2000" dirty="0"/>
              <a:t>M.Vennela-24N31A05Q6</a:t>
            </a:r>
          </a:p>
          <a:p>
            <a:r>
              <a:rPr lang="en-IN" sz="2000" dirty="0"/>
              <a:t>K. Ragya Naik-24N31A05L0</a:t>
            </a:r>
          </a:p>
          <a:p>
            <a:endParaRPr lang="en-IN" sz="2000" dirty="0"/>
          </a:p>
        </p:txBody>
      </p:sp>
    </p:spTree>
    <p:extLst>
      <p:ext uri="{BB962C8B-B14F-4D97-AF65-F5344CB8AC3E}">
        <p14:creationId xmlns:p14="http://schemas.microsoft.com/office/powerpoint/2010/main" val="841149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64E30-A9FE-4897-5272-3930A9E63E76}"/>
              </a:ext>
            </a:extLst>
          </p:cNvPr>
          <p:cNvSpPr>
            <a:spLocks noGrp="1"/>
          </p:cNvSpPr>
          <p:nvPr>
            <p:ph type="title"/>
          </p:nvPr>
        </p:nvSpPr>
        <p:spPr/>
        <p:txBody>
          <a:bodyPr>
            <a:normAutofit/>
          </a:bodyPr>
          <a:lstStyle/>
          <a:p>
            <a:pPr algn="ctr"/>
            <a:r>
              <a:rPr lang="en-IN" sz="4800" dirty="0">
                <a:latin typeface="Algerian" panose="04020705040A02060702" pitchFamily="82" charset="0"/>
              </a:rPr>
              <a:t>ABSTRACT</a:t>
            </a:r>
          </a:p>
        </p:txBody>
      </p:sp>
      <p:sp>
        <p:nvSpPr>
          <p:cNvPr id="3" name="TextBox 2">
            <a:extLst>
              <a:ext uri="{FF2B5EF4-FFF2-40B4-BE49-F238E27FC236}">
                <a16:creationId xmlns:a16="http://schemas.microsoft.com/office/drawing/2014/main" id="{88453060-94CA-E189-1294-648039F76366}"/>
              </a:ext>
            </a:extLst>
          </p:cNvPr>
          <p:cNvSpPr txBox="1"/>
          <p:nvPr/>
        </p:nvSpPr>
        <p:spPr>
          <a:xfrm>
            <a:off x="719192" y="1643866"/>
            <a:ext cx="7253554" cy="3970318"/>
          </a:xfrm>
          <a:prstGeom prst="rect">
            <a:avLst/>
          </a:prstGeom>
          <a:noFill/>
        </p:spPr>
        <p:txBody>
          <a:bodyPr wrap="square" rtlCol="0">
            <a:spAutoFit/>
          </a:bodyPr>
          <a:lstStyle/>
          <a:p>
            <a:pPr algn="just"/>
            <a:r>
              <a:rPr lang="en-US" dirty="0"/>
              <a:t>The Ayurvedic Diet Recommendation System is a web-based application developed to provide personalized diet suggestions based on a user’s health information. The system collects basic details such as name, age, height, weight, and selected health issues, and then calculates the user’s Body</a:t>
            </a:r>
            <a:r>
              <a:rPr lang="en-US" b="1" dirty="0"/>
              <a:t> </a:t>
            </a:r>
            <a:r>
              <a:rPr lang="en-US" dirty="0"/>
              <a:t>Mass Index (BMI) to determine their health category. Based on this information, the application recommends suitable Ayurvedic food items and suggests foods that should be avoided for better health management. The system is developed using Python with the Flask framework, along with HTML and CSS for the user interface, and SQLite database to store patient details and health records. The main goal of this application is to promote healthier dietary habits using Ayurvedic principles while providing a simple, efficient, and user-friendly platform for users.</a:t>
            </a:r>
            <a:endParaRPr lang="en-IN" dirty="0"/>
          </a:p>
        </p:txBody>
      </p:sp>
    </p:spTree>
    <p:extLst>
      <p:ext uri="{BB962C8B-B14F-4D97-AF65-F5344CB8AC3E}">
        <p14:creationId xmlns:p14="http://schemas.microsoft.com/office/powerpoint/2010/main" val="213337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latin typeface="Algerian" panose="04020705040A02060702" pitchFamily="82" charset="0"/>
              </a:rPr>
              <a:t>Introduction</a:t>
            </a:r>
          </a:p>
        </p:txBody>
      </p:sp>
      <p:sp>
        <p:nvSpPr>
          <p:cNvPr id="3" name="Content Placeholder 2"/>
          <p:cNvSpPr>
            <a:spLocks noGrp="1"/>
          </p:cNvSpPr>
          <p:nvPr>
            <p:ph idx="1"/>
          </p:nvPr>
        </p:nvSpPr>
        <p:spPr/>
        <p:txBody>
          <a:bodyPr>
            <a:noAutofit/>
          </a:bodyPr>
          <a:lstStyle/>
          <a:p>
            <a:r>
              <a:rPr sz="2800" dirty="0"/>
              <a:t>The application recommends Ayurvedic diet plans based on user health conditions.</a:t>
            </a:r>
          </a:p>
          <a:p>
            <a:r>
              <a:rPr sz="2800" dirty="0"/>
              <a:t>Users enter name, age, height, weight and health issues.</a:t>
            </a:r>
          </a:p>
          <a:p>
            <a:r>
              <a:rPr sz="2800" dirty="0"/>
              <a:t>The system calculates BMI and suggests foods to eat and avoid.</a:t>
            </a:r>
          </a:p>
          <a:p>
            <a:r>
              <a:rPr sz="2800" dirty="0"/>
              <a:t>Patient details are stored in a database.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latin typeface="Algerian" panose="04020705040A02060702" pitchFamily="82" charset="0"/>
              </a:rPr>
              <a:t>Existing System</a:t>
            </a:r>
          </a:p>
        </p:txBody>
      </p:sp>
      <p:sp>
        <p:nvSpPr>
          <p:cNvPr id="3" name="Content Placeholder 2"/>
          <p:cNvSpPr>
            <a:spLocks noGrp="1"/>
          </p:cNvSpPr>
          <p:nvPr>
            <p:ph idx="1"/>
          </p:nvPr>
        </p:nvSpPr>
        <p:spPr/>
        <p:txBody>
          <a:bodyPr>
            <a:noAutofit/>
          </a:bodyPr>
          <a:lstStyle/>
          <a:p>
            <a:r>
              <a:rPr sz="2800" dirty="0"/>
              <a:t>Patient records are maintained using paper files.</a:t>
            </a:r>
          </a:p>
          <a:p>
            <a:r>
              <a:rPr sz="2800" dirty="0"/>
              <a:t>Diet suggestions are given manually by dieticians.</a:t>
            </a:r>
          </a:p>
          <a:p>
            <a:r>
              <a:rPr sz="2800" dirty="0"/>
              <a:t>Managing large patient records is difficult.</a:t>
            </a:r>
          </a:p>
          <a:p>
            <a:r>
              <a:rPr sz="2800" dirty="0"/>
              <a:t>Paper records can be lost or damaged.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latin typeface="Algerian" panose="04020705040A02060702" pitchFamily="82" charset="0"/>
              </a:rPr>
              <a:t>Proposed System</a:t>
            </a:r>
          </a:p>
        </p:txBody>
      </p:sp>
      <p:sp>
        <p:nvSpPr>
          <p:cNvPr id="3" name="Content Placeholder 2"/>
          <p:cNvSpPr>
            <a:spLocks noGrp="1"/>
          </p:cNvSpPr>
          <p:nvPr>
            <p:ph idx="1"/>
          </p:nvPr>
        </p:nvSpPr>
        <p:spPr/>
        <p:txBody>
          <a:bodyPr>
            <a:normAutofit/>
          </a:bodyPr>
          <a:lstStyle/>
          <a:p>
            <a:r>
              <a:rPr sz="2800" dirty="0"/>
              <a:t>A web application that automates Ayurvedic diet recommendations.</a:t>
            </a:r>
          </a:p>
          <a:p>
            <a:r>
              <a:rPr sz="2800" dirty="0"/>
              <a:t>Users enter health information through a digital form.</a:t>
            </a:r>
          </a:p>
          <a:p>
            <a:r>
              <a:rPr sz="2800" dirty="0"/>
              <a:t>The system calculates BMI and suggests diet automatically.</a:t>
            </a:r>
          </a:p>
          <a:p>
            <a:r>
              <a:rPr sz="2800" dirty="0"/>
              <a:t>Patient data is stored in a database.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latin typeface="Algerian" panose="04020705040A02060702" pitchFamily="82" charset="0"/>
              </a:rPr>
              <a:t>Software Tools Used</a:t>
            </a:r>
          </a:p>
        </p:txBody>
      </p:sp>
      <p:sp>
        <p:nvSpPr>
          <p:cNvPr id="3" name="Content Placeholder 2"/>
          <p:cNvSpPr>
            <a:spLocks noGrp="1"/>
          </p:cNvSpPr>
          <p:nvPr>
            <p:ph idx="1"/>
          </p:nvPr>
        </p:nvSpPr>
        <p:spPr/>
        <p:txBody>
          <a:bodyPr>
            <a:normAutofit/>
          </a:bodyPr>
          <a:lstStyle/>
          <a:p>
            <a:r>
              <a:rPr sz="2800" dirty="0"/>
              <a:t>Frontend: HTML, CSS, JavaScript</a:t>
            </a:r>
          </a:p>
          <a:p>
            <a:r>
              <a:rPr sz="2800" dirty="0"/>
              <a:t>Backend: Python (Flask)</a:t>
            </a:r>
          </a:p>
          <a:p>
            <a:r>
              <a:rPr sz="2800" dirty="0"/>
              <a:t>Database: SQLite</a:t>
            </a:r>
          </a:p>
          <a:p>
            <a:r>
              <a:rPr sz="2800" dirty="0"/>
              <a:t>IDE: Visual Studio Code</a:t>
            </a:r>
          </a:p>
          <a:p>
            <a:r>
              <a:rPr sz="2800" dirty="0"/>
              <a:t>Version Control: GitHub</a:t>
            </a:r>
          </a:p>
          <a:p>
            <a:r>
              <a:rPr sz="2800" dirty="0"/>
              <a:t>Browser: Chrome</a:t>
            </a:r>
            <a:r>
              <a:rPr lang="en-IN" sz="2800" dirty="0"/>
              <a:t>,edge</a:t>
            </a:r>
            <a:endParaRPr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99345-2882-9687-92BF-404CC1EE7082}"/>
              </a:ext>
            </a:extLst>
          </p:cNvPr>
          <p:cNvSpPr>
            <a:spLocks noGrp="1"/>
          </p:cNvSpPr>
          <p:nvPr>
            <p:ph type="title"/>
          </p:nvPr>
        </p:nvSpPr>
        <p:spPr/>
        <p:txBody>
          <a:bodyPr/>
          <a:lstStyle/>
          <a:p>
            <a:pPr algn="ctr"/>
            <a:r>
              <a:rPr lang="en-IN" dirty="0">
                <a:latin typeface="Algerian" panose="04020705040A02060702" pitchFamily="82" charset="0"/>
              </a:rPr>
              <a:t>Hardware Tools</a:t>
            </a:r>
          </a:p>
        </p:txBody>
      </p:sp>
      <p:sp>
        <p:nvSpPr>
          <p:cNvPr id="3" name="Content Placeholder 2">
            <a:extLst>
              <a:ext uri="{FF2B5EF4-FFF2-40B4-BE49-F238E27FC236}">
                <a16:creationId xmlns:a16="http://schemas.microsoft.com/office/drawing/2014/main" id="{9FDCD3FB-D1CF-5F12-8B6B-7A7E37BE67AF}"/>
              </a:ext>
            </a:extLst>
          </p:cNvPr>
          <p:cNvSpPr>
            <a:spLocks noGrp="1"/>
          </p:cNvSpPr>
          <p:nvPr>
            <p:ph idx="1"/>
          </p:nvPr>
        </p:nvSpPr>
        <p:spPr/>
        <p:txBody>
          <a:bodyPr/>
          <a:lstStyle/>
          <a:p>
            <a:pPr marL="360261" lvl="1" indent="-180131">
              <a:lnSpc>
                <a:spcPts val="5374"/>
              </a:lnSpc>
              <a:buFont typeface="Arial"/>
              <a:buChar char="•"/>
            </a:pPr>
            <a:r>
              <a:rPr lang="en-US" sz="2986" dirty="0">
                <a:solidFill>
                  <a:srgbClr val="000000"/>
                </a:solidFill>
                <a:latin typeface="Times New Roman"/>
                <a:ea typeface="Times New Roman"/>
                <a:cs typeface="Times New Roman"/>
                <a:sym typeface="Times New Roman"/>
              </a:rPr>
              <a:t>Desktop or Laptop</a:t>
            </a:r>
          </a:p>
          <a:p>
            <a:pPr marL="360261" lvl="1" indent="-180131">
              <a:lnSpc>
                <a:spcPts val="5374"/>
              </a:lnSpc>
              <a:buFont typeface="Arial"/>
              <a:buChar char="•"/>
            </a:pPr>
            <a:r>
              <a:rPr lang="en-US" sz="2986" dirty="0">
                <a:solidFill>
                  <a:srgbClr val="000000"/>
                </a:solidFill>
                <a:latin typeface="Times New Roman"/>
                <a:ea typeface="Times New Roman"/>
                <a:cs typeface="Times New Roman"/>
                <a:sym typeface="Times New Roman"/>
              </a:rPr>
              <a:t>Intel i3 Processor or above</a:t>
            </a:r>
          </a:p>
          <a:p>
            <a:pPr marL="360261" lvl="1" indent="-180131">
              <a:lnSpc>
                <a:spcPts val="5374"/>
              </a:lnSpc>
              <a:buFont typeface="Arial"/>
              <a:buChar char="•"/>
            </a:pPr>
            <a:r>
              <a:rPr lang="en-US" sz="2986" dirty="0">
                <a:solidFill>
                  <a:srgbClr val="000000"/>
                </a:solidFill>
                <a:latin typeface="Times New Roman"/>
                <a:ea typeface="Times New Roman"/>
                <a:cs typeface="Times New Roman"/>
                <a:sym typeface="Times New Roman"/>
              </a:rPr>
              <a:t>4 GB RAM</a:t>
            </a:r>
          </a:p>
          <a:p>
            <a:pPr marL="360261" lvl="1" indent="-180131">
              <a:lnSpc>
                <a:spcPts val="5374"/>
              </a:lnSpc>
              <a:buFont typeface="Arial"/>
              <a:buChar char="•"/>
            </a:pPr>
            <a:r>
              <a:rPr lang="en-US" sz="2986" dirty="0">
                <a:solidFill>
                  <a:srgbClr val="000000"/>
                </a:solidFill>
                <a:latin typeface="Times New Roman"/>
                <a:ea typeface="Times New Roman"/>
                <a:cs typeface="Times New Roman"/>
                <a:sym typeface="Times New Roman"/>
              </a:rPr>
              <a:t>Internet Connection</a:t>
            </a:r>
          </a:p>
          <a:p>
            <a:endParaRPr lang="en-IN" dirty="0"/>
          </a:p>
        </p:txBody>
      </p:sp>
    </p:spTree>
    <p:extLst>
      <p:ext uri="{BB962C8B-B14F-4D97-AF65-F5344CB8AC3E}">
        <p14:creationId xmlns:p14="http://schemas.microsoft.com/office/powerpoint/2010/main" val="953443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E9739-5CA7-455D-0C44-513B8F25480B}"/>
              </a:ext>
            </a:extLst>
          </p:cNvPr>
          <p:cNvSpPr>
            <a:spLocks noGrp="1"/>
          </p:cNvSpPr>
          <p:nvPr>
            <p:ph type="title"/>
          </p:nvPr>
        </p:nvSpPr>
        <p:spPr>
          <a:xfrm>
            <a:off x="2203807" y="2573677"/>
            <a:ext cx="8229600" cy="1143000"/>
          </a:xfrm>
        </p:spPr>
        <p:txBody>
          <a:bodyPr/>
          <a:lstStyle/>
          <a:p>
            <a:r>
              <a:rPr lang="en-IN" dirty="0">
                <a:latin typeface="Algerian" panose="04020705040A02060702" pitchFamily="82" charset="0"/>
              </a:rPr>
              <a:t>UML Diagrams</a:t>
            </a:r>
          </a:p>
        </p:txBody>
      </p:sp>
    </p:spTree>
    <p:extLst>
      <p:ext uri="{BB962C8B-B14F-4D97-AF65-F5344CB8AC3E}">
        <p14:creationId xmlns:p14="http://schemas.microsoft.com/office/powerpoint/2010/main" val="2110520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 Diagram</a:t>
            </a:r>
          </a:p>
        </p:txBody>
      </p:sp>
      <p:pic>
        <p:nvPicPr>
          <p:cNvPr id="9" name="Picture 8">
            <a:extLst>
              <a:ext uri="{FF2B5EF4-FFF2-40B4-BE49-F238E27FC236}">
                <a16:creationId xmlns:a16="http://schemas.microsoft.com/office/drawing/2014/main" id="{FCFBFE50-FD72-B595-0657-9FB31D286E6A}"/>
              </a:ext>
            </a:extLst>
          </p:cNvPr>
          <p:cNvPicPr>
            <a:picLocks noChangeAspect="1"/>
          </p:cNvPicPr>
          <p:nvPr/>
        </p:nvPicPr>
        <p:blipFill>
          <a:blip r:embed="rId2"/>
          <a:stretch>
            <a:fillRect/>
          </a:stretch>
        </p:blipFill>
        <p:spPr>
          <a:xfrm>
            <a:off x="503590" y="1477249"/>
            <a:ext cx="7725853" cy="51061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 Diagram</a:t>
            </a:r>
          </a:p>
        </p:txBody>
      </p:sp>
      <p:pic>
        <p:nvPicPr>
          <p:cNvPr id="8" name="Picture 7">
            <a:extLst>
              <a:ext uri="{FF2B5EF4-FFF2-40B4-BE49-F238E27FC236}">
                <a16:creationId xmlns:a16="http://schemas.microsoft.com/office/drawing/2014/main" id="{D75FC18B-EF3C-6D1C-CAF4-FEDF9AACC0E6}"/>
              </a:ext>
            </a:extLst>
          </p:cNvPr>
          <p:cNvPicPr>
            <a:picLocks noChangeAspect="1"/>
          </p:cNvPicPr>
          <p:nvPr/>
        </p:nvPicPr>
        <p:blipFill>
          <a:blip r:embed="rId2"/>
          <a:stretch>
            <a:fillRect/>
          </a:stretch>
        </p:blipFill>
        <p:spPr>
          <a:xfrm>
            <a:off x="609599" y="1618604"/>
            <a:ext cx="6906589" cy="46297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Sequence Diagram</a:t>
            </a:r>
          </a:p>
        </p:txBody>
      </p:sp>
      <p:pic>
        <p:nvPicPr>
          <p:cNvPr id="10" name="Picture 9">
            <a:extLst>
              <a:ext uri="{FF2B5EF4-FFF2-40B4-BE49-F238E27FC236}">
                <a16:creationId xmlns:a16="http://schemas.microsoft.com/office/drawing/2014/main" id="{7F7721A4-AEE0-1CFA-BDC8-75DAEF92D267}"/>
              </a:ext>
            </a:extLst>
          </p:cNvPr>
          <p:cNvPicPr>
            <a:picLocks noChangeAspect="1"/>
          </p:cNvPicPr>
          <p:nvPr/>
        </p:nvPicPr>
        <p:blipFill>
          <a:blip r:embed="rId2"/>
          <a:stretch>
            <a:fillRect/>
          </a:stretch>
        </p:blipFill>
        <p:spPr>
          <a:xfrm>
            <a:off x="609599" y="1708231"/>
            <a:ext cx="7106642" cy="47155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Diagram</a:t>
            </a:r>
          </a:p>
        </p:txBody>
      </p:sp>
      <p:pic>
        <p:nvPicPr>
          <p:cNvPr id="10" name="Picture 9">
            <a:extLst>
              <a:ext uri="{FF2B5EF4-FFF2-40B4-BE49-F238E27FC236}">
                <a16:creationId xmlns:a16="http://schemas.microsoft.com/office/drawing/2014/main" id="{B6309123-8ACE-D285-DE48-C8447BF7736F}"/>
              </a:ext>
            </a:extLst>
          </p:cNvPr>
          <p:cNvPicPr>
            <a:picLocks noChangeAspect="1"/>
          </p:cNvPicPr>
          <p:nvPr/>
        </p:nvPicPr>
        <p:blipFill>
          <a:blip r:embed="rId2"/>
          <a:stretch>
            <a:fillRect/>
          </a:stretch>
        </p:blipFill>
        <p:spPr>
          <a:xfrm>
            <a:off x="382556" y="1345719"/>
            <a:ext cx="6801799" cy="47536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5BFF-A2AB-953B-C8AC-A3BD398C55D5}"/>
              </a:ext>
            </a:extLst>
          </p:cNvPr>
          <p:cNvSpPr>
            <a:spLocks noGrp="1"/>
          </p:cNvSpPr>
          <p:nvPr>
            <p:ph type="title"/>
          </p:nvPr>
        </p:nvSpPr>
        <p:spPr/>
        <p:txBody>
          <a:bodyPr/>
          <a:lstStyle/>
          <a:p>
            <a:pPr algn="ctr"/>
            <a:r>
              <a:rPr lang="en-IN" dirty="0">
                <a:latin typeface="Algerian" panose="04020705040A02060702" pitchFamily="82" charset="0"/>
              </a:rPr>
              <a:t>Implementation</a:t>
            </a:r>
          </a:p>
        </p:txBody>
      </p:sp>
      <p:sp>
        <p:nvSpPr>
          <p:cNvPr id="4" name="Rectangle 1">
            <a:extLst>
              <a:ext uri="{FF2B5EF4-FFF2-40B4-BE49-F238E27FC236}">
                <a16:creationId xmlns:a16="http://schemas.microsoft.com/office/drawing/2014/main" id="{057B658A-FA3E-A975-3CCA-FDCBFFEED606}"/>
              </a:ext>
            </a:extLst>
          </p:cNvPr>
          <p:cNvSpPr>
            <a:spLocks noGrp="1" noChangeArrowheads="1"/>
          </p:cNvSpPr>
          <p:nvPr>
            <p:ph idx="1"/>
          </p:nvPr>
        </p:nvSpPr>
        <p:spPr bwMode="auto">
          <a:xfrm>
            <a:off x="417815" y="1396951"/>
            <a:ext cx="830837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Ayurvedic Diet Planner uses </a:t>
            </a:r>
            <a:r>
              <a:rPr kumimoji="0" lang="en-US" altLang="en-US" sz="2400" b="1" i="0" u="none" strike="noStrike" cap="none" normalizeH="0" baseline="0" dirty="0">
                <a:ln>
                  <a:noFill/>
                </a:ln>
                <a:solidFill>
                  <a:schemeClr val="tx1"/>
                </a:solidFill>
                <a:effectLst/>
                <a:latin typeface="Arial" panose="020B0604020202020204" pitchFamily="34" charset="0"/>
              </a:rPr>
              <a:t>Python Flask</a:t>
            </a:r>
            <a:r>
              <a:rPr kumimoji="0" lang="en-US" altLang="en-US" sz="2400" b="0" i="0" u="none" strike="noStrike" cap="none" normalizeH="0" baseline="0" dirty="0">
                <a:ln>
                  <a:noFill/>
                </a:ln>
                <a:solidFill>
                  <a:schemeClr val="tx1"/>
                </a:solidFill>
                <a:effectLst/>
                <a:latin typeface="Arial" panose="020B0604020202020204" pitchFamily="34" charset="0"/>
              </a:rPr>
              <a:t> as the backend to handle server logic and data management.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1" i="0" u="none" strike="noStrike" cap="none" normalizeH="0" baseline="0" dirty="0">
                <a:ln>
                  <a:noFill/>
                </a:ln>
                <a:solidFill>
                  <a:schemeClr val="tx1"/>
                </a:solidFill>
                <a:effectLst/>
                <a:latin typeface="Arial" panose="020B0604020202020204" pitchFamily="34" charset="0"/>
              </a:rPr>
              <a:t>HTML</a:t>
            </a:r>
            <a:r>
              <a:rPr kumimoji="0" lang="en-US" altLang="en-US" sz="2400" b="0" i="0" u="none" strike="noStrike" cap="none" normalizeH="0" baseline="0" dirty="0">
                <a:ln>
                  <a:noFill/>
                </a:ln>
                <a:solidFill>
                  <a:schemeClr val="tx1"/>
                </a:solidFill>
                <a:effectLst/>
                <a:latin typeface="Arial" panose="020B0604020202020204" pitchFamily="34" charset="0"/>
              </a:rPr>
              <a:t> is used to create the structure of web pages, while </a:t>
            </a:r>
            <a:r>
              <a:rPr kumimoji="0" lang="en-US" altLang="en-US" sz="2400" b="1" i="0" u="none" strike="noStrike" cap="none" normalizeH="0" baseline="0" dirty="0">
                <a:ln>
                  <a:noFill/>
                </a:ln>
                <a:solidFill>
                  <a:schemeClr val="tx1"/>
                </a:solidFill>
                <a:effectLst/>
                <a:latin typeface="Arial" panose="020B0604020202020204" pitchFamily="34" charset="0"/>
              </a:rPr>
              <a:t>CSS</a:t>
            </a:r>
            <a:r>
              <a:rPr kumimoji="0" lang="en-US" altLang="en-US" sz="2400" b="0" i="0" u="none" strike="noStrike" cap="none" normalizeH="0" baseline="0" dirty="0">
                <a:ln>
                  <a:noFill/>
                </a:ln>
                <a:solidFill>
                  <a:schemeClr val="tx1"/>
                </a:solidFill>
                <a:effectLst/>
                <a:latin typeface="Arial" panose="020B0604020202020204" pitchFamily="34" charset="0"/>
              </a:rPr>
              <a:t> styles them for a user-friendly interface.</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The system collects user inputs like name, age, weight, height, and health conditions through forms.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Flask routes process these inputs and generate personalized diet recommendations based on Ayurvedic principles.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The combination of Flask, HTML, and CSS ensures dynamic interaction and a responsive, visually appealing web application.</a:t>
            </a:r>
          </a:p>
        </p:txBody>
      </p:sp>
    </p:spTree>
    <p:extLst>
      <p:ext uri="{BB962C8B-B14F-4D97-AF65-F5344CB8AC3E}">
        <p14:creationId xmlns:p14="http://schemas.microsoft.com/office/powerpoint/2010/main" val="314124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E156E-4B73-CCCA-7763-31174DF14182}"/>
              </a:ext>
            </a:extLst>
          </p:cNvPr>
          <p:cNvSpPr>
            <a:spLocks noGrp="1"/>
          </p:cNvSpPr>
          <p:nvPr>
            <p:ph type="title"/>
          </p:nvPr>
        </p:nvSpPr>
        <p:spPr/>
        <p:txBody>
          <a:bodyPr/>
          <a:lstStyle/>
          <a:p>
            <a:pPr algn="ctr"/>
            <a:r>
              <a:rPr lang="en-IN" dirty="0">
                <a:latin typeface="Algerian" panose="04020705040A02060702" pitchFamily="82" charset="0"/>
              </a:rPr>
              <a:t>Sample Code</a:t>
            </a:r>
          </a:p>
        </p:txBody>
      </p:sp>
      <p:sp>
        <p:nvSpPr>
          <p:cNvPr id="3" name="Content Placeholder 2">
            <a:extLst>
              <a:ext uri="{FF2B5EF4-FFF2-40B4-BE49-F238E27FC236}">
                <a16:creationId xmlns:a16="http://schemas.microsoft.com/office/drawing/2014/main" id="{52D06A58-335D-B60F-B484-A7CE581D3F06}"/>
              </a:ext>
            </a:extLst>
          </p:cNvPr>
          <p:cNvSpPr>
            <a:spLocks noGrp="1"/>
          </p:cNvSpPr>
          <p:nvPr>
            <p:ph idx="1"/>
          </p:nvPr>
        </p:nvSpPr>
        <p:spPr>
          <a:xfrm>
            <a:off x="472610" y="1438383"/>
            <a:ext cx="8291245" cy="4810018"/>
          </a:xfrm>
        </p:spPr>
        <p:txBody>
          <a:bodyPr>
            <a:normAutofit fontScale="70000" lnSpcReduction="20000"/>
          </a:bodyPr>
          <a:lstStyle/>
          <a:p>
            <a:pPr marL="0" indent="0">
              <a:buNone/>
            </a:pPr>
            <a:r>
              <a:rPr lang="en-IN" dirty="0"/>
              <a:t>from flask import Flask, request</a:t>
            </a:r>
          </a:p>
          <a:p>
            <a:pPr marL="0" indent="0">
              <a:buNone/>
            </a:pPr>
            <a:r>
              <a:rPr lang="en-IN" dirty="0"/>
              <a:t>from </a:t>
            </a:r>
            <a:r>
              <a:rPr lang="en-IN" dirty="0" err="1"/>
              <a:t>flask_sqlalchemy</a:t>
            </a:r>
            <a:r>
              <a:rPr lang="en-IN" dirty="0"/>
              <a:t> import </a:t>
            </a:r>
            <a:r>
              <a:rPr lang="en-IN" dirty="0" err="1"/>
              <a:t>SQLAlchemy</a:t>
            </a:r>
            <a:endParaRPr lang="en-IN" dirty="0"/>
          </a:p>
          <a:p>
            <a:pPr marL="0" indent="0">
              <a:buNone/>
            </a:pPr>
            <a:endParaRPr lang="en-IN" dirty="0"/>
          </a:p>
          <a:p>
            <a:pPr marL="0" indent="0">
              <a:buNone/>
            </a:pPr>
            <a:r>
              <a:rPr lang="en-IN" dirty="0"/>
              <a:t>app = Flask(__name__)</a:t>
            </a:r>
          </a:p>
          <a:p>
            <a:pPr marL="0" indent="0">
              <a:buNone/>
            </a:pPr>
            <a:r>
              <a:rPr lang="en-IN" dirty="0" err="1"/>
              <a:t>db</a:t>
            </a:r>
            <a:r>
              <a:rPr lang="en-IN" dirty="0"/>
              <a:t> = </a:t>
            </a:r>
            <a:r>
              <a:rPr lang="en-IN" dirty="0" err="1"/>
              <a:t>SQLAlchemy</a:t>
            </a:r>
            <a:r>
              <a:rPr lang="en-IN" dirty="0"/>
              <a:t>(app)</a:t>
            </a:r>
          </a:p>
          <a:p>
            <a:pPr marL="0" indent="0">
              <a:buNone/>
            </a:pPr>
            <a:endParaRPr lang="en-IN" dirty="0"/>
          </a:p>
          <a:p>
            <a:pPr marL="0" indent="0">
              <a:buNone/>
            </a:pPr>
            <a:r>
              <a:rPr lang="en-IN" dirty="0"/>
              <a:t>class Patient(</a:t>
            </a:r>
            <a:r>
              <a:rPr lang="en-IN" dirty="0" err="1"/>
              <a:t>db.Model</a:t>
            </a:r>
            <a:r>
              <a:rPr lang="en-IN" dirty="0"/>
              <a:t>): id = </a:t>
            </a:r>
            <a:r>
              <a:rPr lang="en-IN" dirty="0" err="1"/>
              <a:t>db.Column</a:t>
            </a:r>
            <a:r>
              <a:rPr lang="en-IN" dirty="0"/>
              <a:t>(</a:t>
            </a:r>
            <a:r>
              <a:rPr lang="en-IN" dirty="0" err="1"/>
              <a:t>db.Integer</a:t>
            </a:r>
            <a:r>
              <a:rPr lang="en-IN" dirty="0"/>
              <a:t>, </a:t>
            </a:r>
            <a:r>
              <a:rPr lang="en-IN" dirty="0" err="1"/>
              <a:t>primary_key</a:t>
            </a:r>
            <a:r>
              <a:rPr lang="en-IN" dirty="0"/>
              <a:t>=True); name = </a:t>
            </a:r>
            <a:r>
              <a:rPr lang="en-IN" dirty="0" err="1"/>
              <a:t>db.Column</a:t>
            </a:r>
            <a:r>
              <a:rPr lang="en-IN" dirty="0"/>
              <a:t>(</a:t>
            </a:r>
            <a:r>
              <a:rPr lang="en-IN" dirty="0" err="1"/>
              <a:t>db.String</a:t>
            </a:r>
            <a:r>
              <a:rPr lang="en-IN" dirty="0"/>
              <a:t>(100))</a:t>
            </a:r>
          </a:p>
          <a:p>
            <a:pPr marL="0" indent="0">
              <a:buNone/>
            </a:pPr>
            <a:endParaRPr lang="en-IN" dirty="0"/>
          </a:p>
          <a:p>
            <a:pPr marL="0" indent="0">
              <a:buNone/>
            </a:pPr>
            <a:r>
              <a:rPr lang="en-IN" dirty="0"/>
              <a:t>@app.route("/result", methods=["POST"])</a:t>
            </a:r>
          </a:p>
          <a:p>
            <a:pPr marL="0" indent="0">
              <a:buNone/>
            </a:pPr>
            <a:r>
              <a:rPr lang="en-IN" dirty="0"/>
              <a:t>def result():</a:t>
            </a:r>
          </a:p>
          <a:p>
            <a:pPr marL="0" indent="0">
              <a:buNone/>
            </a:pPr>
            <a:r>
              <a:rPr lang="en-IN" dirty="0"/>
              <a:t>    </a:t>
            </a:r>
            <a:r>
              <a:rPr lang="en-IN" dirty="0" err="1"/>
              <a:t>db.session.add</a:t>
            </a:r>
            <a:r>
              <a:rPr lang="en-IN" dirty="0"/>
              <a:t>(Patient(name=</a:t>
            </a:r>
            <a:r>
              <a:rPr lang="en-IN" dirty="0" err="1"/>
              <a:t>request.form</a:t>
            </a:r>
            <a:r>
              <a:rPr lang="en-IN" dirty="0"/>
              <a:t>["name"]))</a:t>
            </a:r>
          </a:p>
          <a:p>
            <a:pPr marL="0" indent="0">
              <a:buNone/>
            </a:pPr>
            <a:r>
              <a:rPr lang="en-IN" dirty="0"/>
              <a:t>    </a:t>
            </a:r>
            <a:r>
              <a:rPr lang="en-IN" dirty="0" err="1"/>
              <a:t>db.session.commit</a:t>
            </a:r>
            <a:r>
              <a:rPr lang="en-IN" dirty="0"/>
              <a:t>()</a:t>
            </a:r>
          </a:p>
          <a:p>
            <a:pPr marL="0" indent="0">
              <a:buNone/>
            </a:pPr>
            <a:r>
              <a:rPr lang="en-IN" dirty="0"/>
              <a:t>    return "Patient added!"</a:t>
            </a:r>
          </a:p>
          <a:p>
            <a:pPr marL="0" indent="0">
              <a:buNone/>
            </a:pPr>
            <a:endParaRPr lang="en-IN" dirty="0"/>
          </a:p>
          <a:p>
            <a:pPr marL="0" indent="0">
              <a:buNone/>
            </a:pPr>
            <a:r>
              <a:rPr lang="en-IN" dirty="0"/>
              <a:t>if __name__ == "__main__":</a:t>
            </a:r>
          </a:p>
          <a:p>
            <a:pPr marL="0" indent="0">
              <a:buNone/>
            </a:pPr>
            <a:r>
              <a:rPr lang="en-IN" dirty="0"/>
              <a:t>    </a:t>
            </a:r>
            <a:r>
              <a:rPr lang="en-IN" dirty="0" err="1"/>
              <a:t>app.run</a:t>
            </a:r>
            <a:r>
              <a:rPr lang="en-IN" dirty="0"/>
              <a:t>(debug=True)</a:t>
            </a:r>
          </a:p>
        </p:txBody>
      </p:sp>
      <p:sp>
        <p:nvSpPr>
          <p:cNvPr id="4" name="TextBox 3">
            <a:extLst>
              <a:ext uri="{FF2B5EF4-FFF2-40B4-BE49-F238E27FC236}">
                <a16:creationId xmlns:a16="http://schemas.microsoft.com/office/drawing/2014/main" id="{115FEE2C-7D57-DA19-DE30-3D3709623A08}"/>
              </a:ext>
            </a:extLst>
          </p:cNvPr>
          <p:cNvSpPr txBox="1"/>
          <p:nvPr/>
        </p:nvSpPr>
        <p:spPr>
          <a:xfrm>
            <a:off x="2511312" y="6219291"/>
            <a:ext cx="2544286" cy="369332"/>
          </a:xfrm>
          <a:prstGeom prst="rect">
            <a:avLst/>
          </a:prstGeom>
          <a:noFill/>
        </p:spPr>
        <p:txBody>
          <a:bodyPr wrap="none" rtlCol="0">
            <a:spAutoFit/>
          </a:bodyPr>
          <a:lstStyle/>
          <a:p>
            <a:r>
              <a:rPr lang="en-IN" dirty="0"/>
              <a:t>Sample code of app.py</a:t>
            </a:r>
          </a:p>
        </p:txBody>
      </p:sp>
    </p:spTree>
    <p:extLst>
      <p:ext uri="{BB962C8B-B14F-4D97-AF65-F5344CB8AC3E}">
        <p14:creationId xmlns:p14="http://schemas.microsoft.com/office/powerpoint/2010/main" val="1488235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F1414B-9BAC-4E34-2E76-4127E6F0E3D5}"/>
              </a:ext>
            </a:extLst>
          </p:cNvPr>
          <p:cNvSpPr>
            <a:spLocks noGrp="1"/>
          </p:cNvSpPr>
          <p:nvPr>
            <p:ph idx="1"/>
          </p:nvPr>
        </p:nvSpPr>
        <p:spPr>
          <a:xfrm>
            <a:off x="609599" y="1407560"/>
            <a:ext cx="6347714" cy="4633803"/>
          </a:xfrm>
        </p:spPr>
        <p:txBody>
          <a:bodyPr>
            <a:normAutofit/>
          </a:bodyPr>
          <a:lstStyle/>
          <a:p>
            <a:pPr marL="0" indent="0">
              <a:buNone/>
            </a:pPr>
            <a:r>
              <a:rPr lang="en-US" dirty="0"/>
              <a:t>&lt;form action="/result" method="POST"&gt;</a:t>
            </a:r>
          </a:p>
          <a:p>
            <a:pPr marL="0" indent="0">
              <a:buNone/>
            </a:pPr>
            <a:r>
              <a:rPr lang="en-US" dirty="0"/>
              <a:t>  Name: &lt;input name="name" type="text" required&gt;&lt;</a:t>
            </a:r>
            <a:r>
              <a:rPr lang="en-US" dirty="0" err="1"/>
              <a:t>br</a:t>
            </a:r>
            <a:r>
              <a:rPr lang="en-US" dirty="0"/>
              <a:t>&gt;</a:t>
            </a:r>
          </a:p>
          <a:p>
            <a:pPr marL="0" indent="0">
              <a:buNone/>
            </a:pPr>
            <a:r>
              <a:rPr lang="en-US" dirty="0"/>
              <a:t>  Age: &lt;input name="age" type="number" required&gt; Weight: &lt;input name="weight" type="number" required&gt;&lt;</a:t>
            </a:r>
            <a:r>
              <a:rPr lang="en-US" dirty="0" err="1"/>
              <a:t>br</a:t>
            </a:r>
            <a:r>
              <a:rPr lang="en-US" dirty="0"/>
              <a:t>&gt;</a:t>
            </a:r>
          </a:p>
          <a:p>
            <a:pPr marL="0" indent="0">
              <a:buNone/>
            </a:pPr>
            <a:r>
              <a:rPr lang="en-US" dirty="0"/>
              <a:t>  Height: &lt;input name="height" type="number" required&gt;&lt;</a:t>
            </a:r>
            <a:r>
              <a:rPr lang="en-US" dirty="0" err="1"/>
              <a:t>br</a:t>
            </a:r>
            <a:r>
              <a:rPr lang="en-US" dirty="0"/>
              <a:t>&gt;</a:t>
            </a:r>
          </a:p>
          <a:p>
            <a:pPr marL="0" indent="0">
              <a:buNone/>
            </a:pPr>
            <a:r>
              <a:rPr lang="en-US" dirty="0"/>
              <a:t>  Health Issues: &lt;select name="issues" multiple required&gt;{% for issue in issues %}&lt;option&gt;{{issue}}&lt;/option&gt;{% </a:t>
            </a:r>
            <a:r>
              <a:rPr lang="en-US" dirty="0" err="1"/>
              <a:t>endfor</a:t>
            </a:r>
            <a:r>
              <a:rPr lang="en-US" dirty="0"/>
              <a:t> %}&lt;/select&gt;&lt;</a:t>
            </a:r>
            <a:r>
              <a:rPr lang="en-US" dirty="0" err="1"/>
              <a:t>br</a:t>
            </a:r>
            <a:r>
              <a:rPr lang="en-US" dirty="0"/>
              <a:t>&gt;</a:t>
            </a:r>
          </a:p>
          <a:p>
            <a:pPr marL="0" indent="0">
              <a:buNone/>
            </a:pPr>
            <a:r>
              <a:rPr lang="en-US" dirty="0"/>
              <a:t>  &lt;button type="submit"&gt;Get Diet Plan&lt;/button&gt;</a:t>
            </a:r>
          </a:p>
          <a:p>
            <a:pPr marL="0" indent="0">
              <a:buNone/>
            </a:pPr>
            <a:r>
              <a:rPr lang="en-US" dirty="0"/>
              <a:t>&lt;/form&gt;</a:t>
            </a:r>
            <a:endParaRPr lang="en-IN" dirty="0"/>
          </a:p>
        </p:txBody>
      </p:sp>
      <p:sp>
        <p:nvSpPr>
          <p:cNvPr id="4" name="TextBox 3">
            <a:extLst>
              <a:ext uri="{FF2B5EF4-FFF2-40B4-BE49-F238E27FC236}">
                <a16:creationId xmlns:a16="http://schemas.microsoft.com/office/drawing/2014/main" id="{E5797BA4-003B-6752-E5A5-44702D4EE6D6}"/>
              </a:ext>
            </a:extLst>
          </p:cNvPr>
          <p:cNvSpPr txBox="1"/>
          <p:nvPr/>
        </p:nvSpPr>
        <p:spPr>
          <a:xfrm>
            <a:off x="2389237" y="5784509"/>
            <a:ext cx="2045753" cy="369332"/>
          </a:xfrm>
          <a:prstGeom prst="rect">
            <a:avLst/>
          </a:prstGeom>
          <a:noFill/>
        </p:spPr>
        <p:txBody>
          <a:bodyPr wrap="none" rtlCol="0">
            <a:spAutoFit/>
          </a:bodyPr>
          <a:lstStyle/>
          <a:p>
            <a:r>
              <a:rPr lang="en-IN" dirty="0"/>
              <a:t>Sample Html code</a:t>
            </a:r>
          </a:p>
        </p:txBody>
      </p:sp>
    </p:spTree>
    <p:extLst>
      <p:ext uri="{BB962C8B-B14F-4D97-AF65-F5344CB8AC3E}">
        <p14:creationId xmlns:p14="http://schemas.microsoft.com/office/powerpoint/2010/main" val="2413144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5E2A-848A-7451-8D52-14055C137CD9}"/>
              </a:ext>
            </a:extLst>
          </p:cNvPr>
          <p:cNvSpPr>
            <a:spLocks noGrp="1"/>
          </p:cNvSpPr>
          <p:nvPr>
            <p:ph type="title"/>
          </p:nvPr>
        </p:nvSpPr>
        <p:spPr>
          <a:xfrm>
            <a:off x="1071936" y="2510319"/>
            <a:ext cx="6347714" cy="1320800"/>
          </a:xfrm>
        </p:spPr>
        <p:txBody>
          <a:bodyPr/>
          <a:lstStyle/>
          <a:p>
            <a:pPr algn="ctr"/>
            <a:r>
              <a:rPr lang="en-IN" dirty="0">
                <a:latin typeface="Algerian" panose="04020705040A02060702" pitchFamily="82" charset="0"/>
              </a:rPr>
              <a:t>Output Screens</a:t>
            </a:r>
          </a:p>
        </p:txBody>
      </p:sp>
    </p:spTree>
    <p:extLst>
      <p:ext uri="{BB962C8B-B14F-4D97-AF65-F5344CB8AC3E}">
        <p14:creationId xmlns:p14="http://schemas.microsoft.com/office/powerpoint/2010/main" val="2547780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2464-6F0B-BCCE-C2F8-62DBDFA87739}"/>
              </a:ext>
            </a:extLst>
          </p:cNvPr>
          <p:cNvSpPr>
            <a:spLocks noGrp="1"/>
          </p:cNvSpPr>
          <p:nvPr>
            <p:ph type="title"/>
          </p:nvPr>
        </p:nvSpPr>
        <p:spPr/>
        <p:txBody>
          <a:bodyPr/>
          <a:lstStyle/>
          <a:p>
            <a:pPr algn="ctr"/>
            <a:r>
              <a:rPr lang="en-IN" dirty="0"/>
              <a:t>Home page</a:t>
            </a:r>
          </a:p>
        </p:txBody>
      </p:sp>
      <p:pic>
        <p:nvPicPr>
          <p:cNvPr id="4" name="Content Placeholder 3">
            <a:extLst>
              <a:ext uri="{FF2B5EF4-FFF2-40B4-BE49-F238E27FC236}">
                <a16:creationId xmlns:a16="http://schemas.microsoft.com/office/drawing/2014/main" id="{6651D670-F7EE-9161-9CAB-2FACF367D7DB}"/>
              </a:ext>
            </a:extLst>
          </p:cNvPr>
          <p:cNvPicPr>
            <a:picLocks noGrp="1" noChangeAspect="1"/>
          </p:cNvPicPr>
          <p:nvPr>
            <p:ph idx="1"/>
          </p:nvPr>
        </p:nvPicPr>
        <p:blipFill>
          <a:blip r:embed="rId2"/>
          <a:stretch>
            <a:fillRect/>
          </a:stretch>
        </p:blipFill>
        <p:spPr>
          <a:xfrm>
            <a:off x="832343" y="2160588"/>
            <a:ext cx="5902927" cy="3881437"/>
          </a:xfrm>
          <a:prstGeom prst="rect">
            <a:avLst/>
          </a:prstGeom>
        </p:spPr>
      </p:pic>
    </p:spTree>
    <p:extLst>
      <p:ext uri="{BB962C8B-B14F-4D97-AF65-F5344CB8AC3E}">
        <p14:creationId xmlns:p14="http://schemas.microsoft.com/office/powerpoint/2010/main" val="3603688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9604DFE-3F87-6FA5-3217-5D421A2E70C5}"/>
              </a:ext>
            </a:extLst>
          </p:cNvPr>
          <p:cNvPicPr>
            <a:picLocks noGrp="1" noChangeAspect="1"/>
          </p:cNvPicPr>
          <p:nvPr>
            <p:ph idx="1"/>
          </p:nvPr>
        </p:nvPicPr>
        <p:blipFill>
          <a:blip r:embed="rId2"/>
          <a:stretch>
            <a:fillRect/>
          </a:stretch>
        </p:blipFill>
        <p:spPr>
          <a:xfrm>
            <a:off x="609600" y="1109609"/>
            <a:ext cx="6348413" cy="4480810"/>
          </a:xfrm>
          <a:prstGeom prst="rect">
            <a:avLst/>
          </a:prstGeom>
        </p:spPr>
      </p:pic>
    </p:spTree>
    <p:extLst>
      <p:ext uri="{BB962C8B-B14F-4D97-AF65-F5344CB8AC3E}">
        <p14:creationId xmlns:p14="http://schemas.microsoft.com/office/powerpoint/2010/main" val="685647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82B433-1FB2-FFD3-55F7-E6C60D43661C}"/>
              </a:ext>
            </a:extLst>
          </p:cNvPr>
          <p:cNvPicPr>
            <a:picLocks noChangeAspect="1"/>
          </p:cNvPicPr>
          <p:nvPr/>
        </p:nvPicPr>
        <p:blipFill>
          <a:blip r:embed="rId2"/>
          <a:stretch>
            <a:fillRect/>
          </a:stretch>
        </p:blipFill>
        <p:spPr>
          <a:xfrm>
            <a:off x="1756881" y="1466582"/>
            <a:ext cx="4134331" cy="3477614"/>
          </a:xfrm>
          <a:prstGeom prst="rect">
            <a:avLst/>
          </a:prstGeom>
        </p:spPr>
      </p:pic>
      <p:sp>
        <p:nvSpPr>
          <p:cNvPr id="3" name="TextBox 2">
            <a:extLst>
              <a:ext uri="{FF2B5EF4-FFF2-40B4-BE49-F238E27FC236}">
                <a16:creationId xmlns:a16="http://schemas.microsoft.com/office/drawing/2014/main" id="{626FF104-CF5F-A719-E2A5-78E664F950E7}"/>
              </a:ext>
            </a:extLst>
          </p:cNvPr>
          <p:cNvSpPr txBox="1"/>
          <p:nvPr/>
        </p:nvSpPr>
        <p:spPr>
          <a:xfrm>
            <a:off x="2044557" y="777514"/>
            <a:ext cx="3349375" cy="646331"/>
          </a:xfrm>
          <a:prstGeom prst="rect">
            <a:avLst/>
          </a:prstGeom>
          <a:noFill/>
        </p:spPr>
        <p:txBody>
          <a:bodyPr wrap="square" rtlCol="0">
            <a:spAutoFit/>
          </a:bodyPr>
          <a:lstStyle/>
          <a:p>
            <a:r>
              <a:rPr lang="en-IN" sz="3600" dirty="0">
                <a:solidFill>
                  <a:schemeClr val="accent1"/>
                </a:solidFill>
              </a:rPr>
              <a:t>output screen</a:t>
            </a:r>
          </a:p>
        </p:txBody>
      </p:sp>
    </p:spTree>
    <p:extLst>
      <p:ext uri="{BB962C8B-B14F-4D97-AF65-F5344CB8AC3E}">
        <p14:creationId xmlns:p14="http://schemas.microsoft.com/office/powerpoint/2010/main" val="2610812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3876A-55DA-B84A-3A13-AAAF7EE41370}"/>
              </a:ext>
            </a:extLst>
          </p:cNvPr>
          <p:cNvSpPr>
            <a:spLocks noGrp="1"/>
          </p:cNvSpPr>
          <p:nvPr>
            <p:ph type="title"/>
          </p:nvPr>
        </p:nvSpPr>
        <p:spPr/>
        <p:txBody>
          <a:bodyPr/>
          <a:lstStyle/>
          <a:p>
            <a:pPr algn="ctr"/>
            <a:r>
              <a:rPr lang="en-IN" dirty="0"/>
              <a:t>Database </a:t>
            </a:r>
          </a:p>
        </p:txBody>
      </p:sp>
      <p:pic>
        <p:nvPicPr>
          <p:cNvPr id="3" name="Picture 2">
            <a:extLst>
              <a:ext uri="{FF2B5EF4-FFF2-40B4-BE49-F238E27FC236}">
                <a16:creationId xmlns:a16="http://schemas.microsoft.com/office/drawing/2014/main" id="{BDB4F744-F306-C97B-22D9-4F9F9EA76713}"/>
              </a:ext>
            </a:extLst>
          </p:cNvPr>
          <p:cNvPicPr>
            <a:picLocks noChangeAspect="1"/>
          </p:cNvPicPr>
          <p:nvPr/>
        </p:nvPicPr>
        <p:blipFill>
          <a:blip r:embed="rId2"/>
          <a:stretch>
            <a:fillRect/>
          </a:stretch>
        </p:blipFill>
        <p:spPr>
          <a:xfrm>
            <a:off x="1297755" y="1573844"/>
            <a:ext cx="5829300" cy="4224020"/>
          </a:xfrm>
          <a:prstGeom prst="rect">
            <a:avLst/>
          </a:prstGeom>
        </p:spPr>
      </p:pic>
    </p:spTree>
    <p:extLst>
      <p:ext uri="{BB962C8B-B14F-4D97-AF65-F5344CB8AC3E}">
        <p14:creationId xmlns:p14="http://schemas.microsoft.com/office/powerpoint/2010/main" val="2425027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7CDF6-293C-D7D3-8137-67E446C2B376}"/>
              </a:ext>
            </a:extLst>
          </p:cNvPr>
          <p:cNvSpPr>
            <a:spLocks noGrp="1"/>
          </p:cNvSpPr>
          <p:nvPr>
            <p:ph type="title"/>
          </p:nvPr>
        </p:nvSpPr>
        <p:spPr>
          <a:xfrm>
            <a:off x="2286000" y="2678791"/>
            <a:ext cx="8229600" cy="1143000"/>
          </a:xfrm>
        </p:spPr>
        <p:txBody>
          <a:bodyPr/>
          <a:lstStyle/>
          <a:p>
            <a:r>
              <a:rPr lang="en-IN" dirty="0">
                <a:latin typeface="Arial Black" panose="020B0A04020102020204" pitchFamily="34" charset="0"/>
              </a:rPr>
              <a:t>THANK YOU</a:t>
            </a:r>
          </a:p>
        </p:txBody>
      </p:sp>
    </p:spTree>
    <p:extLst>
      <p:ext uri="{BB962C8B-B14F-4D97-AF65-F5344CB8AC3E}">
        <p14:creationId xmlns:p14="http://schemas.microsoft.com/office/powerpoint/2010/main" val="33254139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1609</TotalTime>
  <Words>694</Words>
  <Application>Microsoft Office PowerPoint</Application>
  <PresentationFormat>On-screen Show (4:3)</PresentationFormat>
  <Paragraphs>71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Algerian</vt:lpstr>
      <vt:lpstr>Arial</vt:lpstr>
      <vt:lpstr>Arial Black</vt:lpstr>
      <vt:lpstr>Times New Roman</vt:lpstr>
      <vt:lpstr>Trebuchet MS</vt:lpstr>
      <vt:lpstr>Wingdings 3</vt:lpstr>
      <vt:lpstr>Facet</vt:lpstr>
      <vt:lpstr>Ayurvedic Diet Recommendation System</vt:lpstr>
      <vt:lpstr>ABSTRACT</vt:lpstr>
      <vt:lpstr>Introduction</vt:lpstr>
      <vt:lpstr>Existing System</vt:lpstr>
      <vt:lpstr>Proposed System</vt:lpstr>
      <vt:lpstr>Software Tools Used</vt:lpstr>
      <vt:lpstr>Hardware Tools</vt:lpstr>
      <vt:lpstr>UML Diagrams</vt:lpstr>
      <vt:lpstr>Use Case Diagram</vt:lpstr>
      <vt:lpstr>Class Diagram</vt:lpstr>
      <vt:lpstr>Sequence Diagram</vt:lpstr>
      <vt:lpstr>Activity Diagram</vt:lpstr>
      <vt:lpstr>Implementation</vt:lpstr>
      <vt:lpstr>Sample Code</vt:lpstr>
      <vt:lpstr>PowerPoint Presentation</vt:lpstr>
      <vt:lpstr>Output Screens</vt:lpstr>
      <vt:lpstr>Home page</vt:lpstr>
      <vt:lpstr>PowerPoint Presentation</vt:lpstr>
      <vt:lpstr>PowerPoint Presentation</vt:lpstr>
      <vt:lpstr>Database </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Vijayeshwar Manda</dc:creator>
  <cp:keywords/>
  <dc:description>generated using python-pptx</dc:description>
  <cp:lastModifiedBy>Vijayeshwar Manda</cp:lastModifiedBy>
  <cp:revision>2</cp:revision>
  <dcterms:created xsi:type="dcterms:W3CDTF">2013-01-27T09:14:16Z</dcterms:created>
  <dcterms:modified xsi:type="dcterms:W3CDTF">2026-03-18T09:58:35Z</dcterms:modified>
  <cp:category/>
</cp:coreProperties>
</file>